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36B7DE1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65" r:id="rId2"/>
    <p:sldId id="257" r:id="rId3"/>
    <p:sldId id="266" r:id="rId4"/>
    <p:sldId id="267" r:id="rId5"/>
    <p:sldId id="268" r:id="rId6"/>
    <p:sldId id="270" r:id="rId7"/>
    <p:sldId id="262" r:id="rId8"/>
    <p:sldId id="263" r:id="rId9"/>
    <p:sldId id="258" r:id="rId10"/>
    <p:sldId id="259" r:id="rId11"/>
    <p:sldId id="269" r:id="rId12"/>
    <p:sldId id="260" r:id="rId13"/>
    <p:sldId id="264" r:id="rId14"/>
    <p:sldId id="271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8C33066-C36A-160B-EF17-A61B47DBB66D}" name="Shane Ellis" initials="SE" userId="S::shaneellis@unomaha.edu::1b0958ef-a981-4613-912d-4444753b228c" providerId="AD"/>
  <p188:author id="{280AA17F-9C48-B840-594B-F4E22FC6E46D}" name="Nathan Stechschulte" initials="NS" userId="S::nstechschulte@unomaha.edu::09d62183-fe8f-45ba-a25e-1596ecd9047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08CA3-22D3-D68D-30CB-BED2AF4E9593}" v="18" dt="2025-05-08T17:58:34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Stechschulte" userId="S::nstechschulte@unomaha.edu::09d62183-fe8f-45ba-a25e-1596ecd90472" providerId="AD" clId="Web-{A69EC51F-E1EF-17B3-B60F-69A623206885}"/>
    <pc:docChg chg="modSld">
      <pc:chgData name="Nathan Stechschulte" userId="S::nstechschulte@unomaha.edu::09d62183-fe8f-45ba-a25e-1596ecd90472" providerId="AD" clId="Web-{A69EC51F-E1EF-17B3-B60F-69A623206885}" dt="2025-05-02T02:59:25.494" v="2" actId="20577"/>
      <pc:docMkLst>
        <pc:docMk/>
      </pc:docMkLst>
      <pc:sldChg chg="modSp">
        <pc:chgData name="Nathan Stechschulte" userId="S::nstechschulte@unomaha.edu::09d62183-fe8f-45ba-a25e-1596ecd90472" providerId="AD" clId="Web-{A69EC51F-E1EF-17B3-B60F-69A623206885}" dt="2025-05-02T02:59:25.494" v="2" actId="20577"/>
        <pc:sldMkLst>
          <pc:docMk/>
          <pc:sldMk cId="32948939" sldId="259"/>
        </pc:sldMkLst>
        <pc:spChg chg="mod">
          <ac:chgData name="Nathan Stechschulte" userId="S::nstechschulte@unomaha.edu::09d62183-fe8f-45ba-a25e-1596ecd90472" providerId="AD" clId="Web-{A69EC51F-E1EF-17B3-B60F-69A623206885}" dt="2025-05-02T02:59:25.494" v="2" actId="20577"/>
          <ac:spMkLst>
            <pc:docMk/>
            <pc:sldMk cId="32948939" sldId="259"/>
            <ac:spMk id="3" creationId="{842E3D31-CD4A-2470-2D1A-FA3577EDA831}"/>
          </ac:spMkLst>
        </pc:spChg>
      </pc:sldChg>
    </pc:docChg>
  </pc:docChgLst>
  <pc:docChgLst>
    <pc:chgData name="Nathan Stechschulte" userId="S::nstechschulte@unomaha.edu::09d62183-fe8f-45ba-a25e-1596ecd90472" providerId="AD" clId="Web-{F22D241A-125A-8F0F-A3D0-2F20510FCF4C}"/>
    <pc:docChg chg="modSld">
      <pc:chgData name="Nathan Stechschulte" userId="S::nstechschulte@unomaha.edu::09d62183-fe8f-45ba-a25e-1596ecd90472" providerId="AD" clId="Web-{F22D241A-125A-8F0F-A3D0-2F20510FCF4C}" dt="2025-02-24T00:48:22.085" v="373" actId="1076"/>
      <pc:docMkLst>
        <pc:docMk/>
      </pc:docMkLst>
      <pc:sldChg chg="addSp delSp modSp">
        <pc:chgData name="Nathan Stechschulte" userId="S::nstechschulte@unomaha.edu::09d62183-fe8f-45ba-a25e-1596ecd90472" providerId="AD" clId="Web-{F22D241A-125A-8F0F-A3D0-2F20510FCF4C}" dt="2025-02-24T00:09:21.868" v="9"/>
        <pc:sldMkLst>
          <pc:docMk/>
          <pc:sldMk cId="2519058093" sldId="257"/>
        </pc:sldMkLst>
        <pc:picChg chg="add del mod">
          <ac:chgData name="Nathan Stechschulte" userId="S::nstechschulte@unomaha.edu::09d62183-fe8f-45ba-a25e-1596ecd90472" providerId="AD" clId="Web-{F22D241A-125A-8F0F-A3D0-2F20510FCF4C}" dt="2025-02-24T00:08:48.492" v="1"/>
          <ac:picMkLst>
            <pc:docMk/>
            <pc:sldMk cId="2519058093" sldId="257"/>
            <ac:picMk id="5" creationId="{3B995E4F-C583-ECD0-54EA-D2D11B80A279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09:21.868" v="9"/>
          <ac:picMkLst>
            <pc:docMk/>
            <pc:sldMk cId="2519058093" sldId="257"/>
            <ac:picMk id="6" creationId="{EF3004FF-B176-BD71-4F0F-6B121F053A53}"/>
          </ac:picMkLst>
        </pc:picChg>
      </pc:sldChg>
      <pc:sldChg chg="addSp modSp modCm">
        <pc:chgData name="Nathan Stechschulte" userId="S::nstechschulte@unomaha.edu::09d62183-fe8f-45ba-a25e-1596ecd90472" providerId="AD" clId="Web-{F22D241A-125A-8F0F-A3D0-2F20510FCF4C}" dt="2025-02-24T00:48:22.085" v="373" actId="1076"/>
        <pc:sldMkLst>
          <pc:docMk/>
          <pc:sldMk cId="918019604" sldId="258"/>
        </pc:sldMkLst>
        <pc:spChg chg="mod">
          <ac:chgData name="Nathan Stechschulte" userId="S::nstechschulte@unomaha.edu::09d62183-fe8f-45ba-a25e-1596ecd90472" providerId="AD" clId="Web-{F22D241A-125A-8F0F-A3D0-2F20510FCF4C}" dt="2025-02-24T00:47:37.989" v="367" actId="20577"/>
          <ac:spMkLst>
            <pc:docMk/>
            <pc:sldMk cId="918019604" sldId="258"/>
            <ac:spMk id="3" creationId="{617B804F-588B-1269-7840-183C42A8D3AD}"/>
          </ac:spMkLst>
        </pc:spChg>
        <pc:picChg chg="add mod">
          <ac:chgData name="Nathan Stechschulte" userId="S::nstechschulte@unomaha.edu::09d62183-fe8f-45ba-a25e-1596ecd90472" providerId="AD" clId="Web-{F22D241A-125A-8F0F-A3D0-2F20510FCF4C}" dt="2025-02-24T00:48:22.085" v="373" actId="1076"/>
          <ac:picMkLst>
            <pc:docMk/>
            <pc:sldMk cId="918019604" sldId="258"/>
            <ac:picMk id="4" creationId="{0140050A-F518-5C82-6E7E-5FA8AA140B1B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48:16.788" v="372" actId="1076"/>
          <ac:picMkLst>
            <pc:docMk/>
            <pc:sldMk cId="918019604" sldId="258"/>
            <ac:picMk id="6" creationId="{1A009F1C-FA53-DCC7-501F-EE0D41785AC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athan Stechschulte" userId="S::nstechschulte@unomaha.edu::09d62183-fe8f-45ba-a25e-1596ecd90472" providerId="AD" clId="Web-{F22D241A-125A-8F0F-A3D0-2F20510FCF4C}" dt="2025-02-24T00:47:36.411" v="366" actId="20577"/>
              <pc2:cmMkLst xmlns:pc2="http://schemas.microsoft.com/office/powerpoint/2019/9/main/command">
                <pc:docMk/>
                <pc:sldMk cId="918019604" sldId="258"/>
                <pc2:cmMk id="{6A2A2FC9-CED0-4371-A02E-B7454CE182F6}"/>
              </pc2:cmMkLst>
            </pc226:cmChg>
          </p:ext>
        </pc:extLst>
      </pc:sldChg>
      <pc:sldChg chg="addSp modSp">
        <pc:chgData name="Nathan Stechschulte" userId="S::nstechschulte@unomaha.edu::09d62183-fe8f-45ba-a25e-1596ecd90472" providerId="AD" clId="Web-{F22D241A-125A-8F0F-A3D0-2F20510FCF4C}" dt="2025-02-24T00:42:22.275" v="229" actId="1076"/>
        <pc:sldMkLst>
          <pc:docMk/>
          <pc:sldMk cId="32948939" sldId="259"/>
        </pc:sldMkLst>
        <pc:picChg chg="add mod">
          <ac:chgData name="Nathan Stechschulte" userId="S::nstechschulte@unomaha.edu::09d62183-fe8f-45ba-a25e-1596ecd90472" providerId="AD" clId="Web-{F22D241A-125A-8F0F-A3D0-2F20510FCF4C}" dt="2025-02-24T00:42:22.275" v="229" actId="1076"/>
          <ac:picMkLst>
            <pc:docMk/>
            <pc:sldMk cId="32948939" sldId="259"/>
            <ac:picMk id="4" creationId="{C0385855-E707-B575-7818-D1CDB7063CDA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42:19.368" v="228" actId="1076"/>
          <ac:picMkLst>
            <pc:docMk/>
            <pc:sldMk cId="32948939" sldId="259"/>
            <ac:picMk id="6" creationId="{7F137D9C-F19D-F194-0ADF-482D1E58414B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42:17.884" v="227" actId="1076"/>
          <ac:picMkLst>
            <pc:docMk/>
            <pc:sldMk cId="32948939" sldId="259"/>
            <ac:picMk id="7" creationId="{D3853791-44C8-6E36-1D63-BFCCF6D25216}"/>
          </ac:picMkLst>
        </pc:picChg>
      </pc:sldChg>
      <pc:sldChg chg="addSp modSp">
        <pc:chgData name="Nathan Stechschulte" userId="S::nstechschulte@unomaha.edu::09d62183-fe8f-45ba-a25e-1596ecd90472" providerId="AD" clId="Web-{F22D241A-125A-8F0F-A3D0-2F20510FCF4C}" dt="2025-02-24T00:33:13.319" v="126" actId="1076"/>
        <pc:sldMkLst>
          <pc:docMk/>
          <pc:sldMk cId="3761278599" sldId="260"/>
        </pc:sldMkLst>
        <pc:spChg chg="mod">
          <ac:chgData name="Nathan Stechschulte" userId="S::nstechschulte@unomaha.edu::09d62183-fe8f-45ba-a25e-1596ecd90472" providerId="AD" clId="Web-{F22D241A-125A-8F0F-A3D0-2F20510FCF4C}" dt="2025-02-24T00:31:48.925" v="116" actId="14100"/>
          <ac:spMkLst>
            <pc:docMk/>
            <pc:sldMk cId="3761278599" sldId="260"/>
            <ac:spMk id="3" creationId="{297A7E9D-EE5A-0583-9159-8B575E574FF9}"/>
          </ac:spMkLst>
        </pc:spChg>
        <pc:picChg chg="add mod">
          <ac:chgData name="Nathan Stechschulte" userId="S::nstechschulte@unomaha.edu::09d62183-fe8f-45ba-a25e-1596ecd90472" providerId="AD" clId="Web-{F22D241A-125A-8F0F-A3D0-2F20510FCF4C}" dt="2025-02-24T00:32:23.348" v="122" actId="1076"/>
          <ac:picMkLst>
            <pc:docMk/>
            <pc:sldMk cId="3761278599" sldId="260"/>
            <ac:picMk id="4" creationId="{D1ADED2D-CB78-9DF8-BF85-E73BBF3B5518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32:19.723" v="121" actId="1076"/>
          <ac:picMkLst>
            <pc:docMk/>
            <pc:sldMk cId="3761278599" sldId="260"/>
            <ac:picMk id="6" creationId="{19115D91-F24A-7D73-E9D7-E25E9774C09E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33:13.319" v="126" actId="1076"/>
          <ac:picMkLst>
            <pc:docMk/>
            <pc:sldMk cId="3761278599" sldId="260"/>
            <ac:picMk id="7" creationId="{BAE197FA-4083-AB7D-0FE3-950F0A5A09F5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33:11.288" v="125" actId="1076"/>
          <ac:picMkLst>
            <pc:docMk/>
            <pc:sldMk cId="3761278599" sldId="260"/>
            <ac:picMk id="8" creationId="{96DC141F-9C18-A1D6-7164-CEB35B873B12}"/>
          </ac:picMkLst>
        </pc:picChg>
      </pc:sldChg>
      <pc:sldChg chg="addSp modSp">
        <pc:chgData name="Nathan Stechschulte" userId="S::nstechschulte@unomaha.edu::09d62183-fe8f-45ba-a25e-1596ecd90472" providerId="AD" clId="Web-{F22D241A-125A-8F0F-A3D0-2F20510FCF4C}" dt="2025-02-24T00:43:41.528" v="240" actId="1076"/>
        <pc:sldMkLst>
          <pc:docMk/>
          <pc:sldMk cId="1431684060" sldId="262"/>
        </pc:sldMkLst>
        <pc:spChg chg="mod">
          <ac:chgData name="Nathan Stechschulte" userId="S::nstechschulte@unomaha.edu::09d62183-fe8f-45ba-a25e-1596ecd90472" providerId="AD" clId="Web-{F22D241A-125A-8F0F-A3D0-2F20510FCF4C}" dt="2025-02-24T00:40:41.865" v="184" actId="20577"/>
          <ac:spMkLst>
            <pc:docMk/>
            <pc:sldMk cId="1431684060" sldId="262"/>
            <ac:spMk id="3" creationId="{A3180834-B3F9-03CB-8231-00C6055A9748}"/>
          </ac:spMkLst>
        </pc:spChg>
        <pc:picChg chg="add mod">
          <ac:chgData name="Nathan Stechschulte" userId="S::nstechschulte@unomaha.edu::09d62183-fe8f-45ba-a25e-1596ecd90472" providerId="AD" clId="Web-{F22D241A-125A-8F0F-A3D0-2F20510FCF4C}" dt="2025-02-24T00:43:41.528" v="240" actId="1076"/>
          <ac:picMkLst>
            <pc:docMk/>
            <pc:sldMk cId="1431684060" sldId="262"/>
            <ac:picMk id="4" creationId="{1FCF072D-B1D3-D392-241C-9F0D8AC23E91}"/>
          </ac:picMkLst>
        </pc:picChg>
      </pc:sldChg>
      <pc:sldChg chg="addSp modSp">
        <pc:chgData name="Nathan Stechschulte" userId="S::nstechschulte@unomaha.edu::09d62183-fe8f-45ba-a25e-1596ecd90472" providerId="AD" clId="Web-{F22D241A-125A-8F0F-A3D0-2F20510FCF4C}" dt="2025-02-24T00:43:02.292" v="238" actId="1076"/>
        <pc:sldMkLst>
          <pc:docMk/>
          <pc:sldMk cId="2393778455" sldId="263"/>
        </pc:sldMkLst>
        <pc:spChg chg="mod">
          <ac:chgData name="Nathan Stechschulte" userId="S::nstechschulte@unomaha.edu::09d62183-fe8f-45ba-a25e-1596ecd90472" providerId="AD" clId="Web-{F22D241A-125A-8F0F-A3D0-2F20510FCF4C}" dt="2025-02-24T00:42:59.948" v="236" actId="14100"/>
          <ac:spMkLst>
            <pc:docMk/>
            <pc:sldMk cId="2393778455" sldId="263"/>
            <ac:spMk id="3" creationId="{97A7F396-0FAF-F0D3-1FF7-C87D85FE0032}"/>
          </ac:spMkLst>
        </pc:spChg>
        <pc:picChg chg="add mod">
          <ac:chgData name="Nathan Stechschulte" userId="S::nstechschulte@unomaha.edu::09d62183-fe8f-45ba-a25e-1596ecd90472" providerId="AD" clId="Web-{F22D241A-125A-8F0F-A3D0-2F20510FCF4C}" dt="2025-02-24T00:43:01.292" v="237" actId="1076"/>
          <ac:picMkLst>
            <pc:docMk/>
            <pc:sldMk cId="2393778455" sldId="263"/>
            <ac:picMk id="4" creationId="{F720D3BB-E322-1197-1EFC-628B9BB28D2D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43:02.292" v="238" actId="1076"/>
          <ac:picMkLst>
            <pc:docMk/>
            <pc:sldMk cId="2393778455" sldId="263"/>
            <ac:picMk id="6" creationId="{2403A0E8-D8B3-A7A6-FBDB-009EC78F40A4}"/>
          </ac:picMkLst>
        </pc:picChg>
      </pc:sldChg>
      <pc:sldChg chg="modSp">
        <pc:chgData name="Nathan Stechschulte" userId="S::nstechschulte@unomaha.edu::09d62183-fe8f-45ba-a25e-1596ecd90472" providerId="AD" clId="Web-{F22D241A-125A-8F0F-A3D0-2F20510FCF4C}" dt="2025-02-24T00:33:19.991" v="127"/>
        <pc:sldMkLst>
          <pc:docMk/>
          <pc:sldMk cId="3291320767" sldId="264"/>
        </pc:sldMkLst>
        <pc:picChg chg="mod">
          <ac:chgData name="Nathan Stechschulte" userId="S::nstechschulte@unomaha.edu::09d62183-fe8f-45ba-a25e-1596ecd90472" providerId="AD" clId="Web-{F22D241A-125A-8F0F-A3D0-2F20510FCF4C}" dt="2025-02-24T00:33:19.991" v="127"/>
          <ac:picMkLst>
            <pc:docMk/>
            <pc:sldMk cId="3291320767" sldId="264"/>
            <ac:picMk id="4" creationId="{B108F80D-B318-4F41-3EC3-34E91ED49506}"/>
          </ac:picMkLst>
        </pc:picChg>
      </pc:sldChg>
      <pc:sldChg chg="addSp delSp modSp">
        <pc:chgData name="Nathan Stechschulte" userId="S::nstechschulte@unomaha.edu::09d62183-fe8f-45ba-a25e-1596ecd90472" providerId="AD" clId="Web-{F22D241A-125A-8F0F-A3D0-2F20510FCF4C}" dt="2025-02-24T00:35:35.152" v="149" actId="1076"/>
        <pc:sldMkLst>
          <pc:docMk/>
          <pc:sldMk cId="1470724434" sldId="266"/>
        </pc:sldMkLst>
        <pc:spChg chg="mod">
          <ac:chgData name="Nathan Stechschulte" userId="S::nstechschulte@unomaha.edu::09d62183-fe8f-45ba-a25e-1596ecd90472" providerId="AD" clId="Web-{F22D241A-125A-8F0F-A3D0-2F20510FCF4C}" dt="2025-02-24T00:34:01.617" v="130" actId="20577"/>
          <ac:spMkLst>
            <pc:docMk/>
            <pc:sldMk cId="1470724434" sldId="266"/>
            <ac:spMk id="3" creationId="{3C7D626C-B864-5B79-E76A-8B87FF039900}"/>
          </ac:spMkLst>
        </pc:spChg>
        <pc:picChg chg="add del mod">
          <ac:chgData name="Nathan Stechschulte" userId="S::nstechschulte@unomaha.edu::09d62183-fe8f-45ba-a25e-1596ecd90472" providerId="AD" clId="Web-{F22D241A-125A-8F0F-A3D0-2F20510FCF4C}" dt="2025-02-24T00:34:19.618" v="133"/>
          <ac:picMkLst>
            <pc:docMk/>
            <pc:sldMk cId="1470724434" sldId="266"/>
            <ac:picMk id="4" creationId="{80C7B62C-30E3-16DD-6FF3-342784E4466C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35:35.152" v="149" actId="1076"/>
          <ac:picMkLst>
            <pc:docMk/>
            <pc:sldMk cId="1470724434" sldId="266"/>
            <ac:picMk id="6" creationId="{631F66F5-3E2D-884D-E602-D2BCE3356959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35:29.761" v="146" actId="1076"/>
          <ac:picMkLst>
            <pc:docMk/>
            <pc:sldMk cId="1470724434" sldId="266"/>
            <ac:picMk id="7" creationId="{1DC8E272-0EEF-9A1B-28B0-7AD774E58B3B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35:28.855" v="145" actId="1076"/>
          <ac:picMkLst>
            <pc:docMk/>
            <pc:sldMk cId="1470724434" sldId="266"/>
            <ac:picMk id="8" creationId="{68E71965-1BFB-1BBD-2CC9-9E565D1E82EC}"/>
          </ac:picMkLst>
        </pc:picChg>
      </pc:sldChg>
      <pc:sldChg chg="addSp modSp">
        <pc:chgData name="Nathan Stechschulte" userId="S::nstechschulte@unomaha.edu::09d62183-fe8f-45ba-a25e-1596ecd90472" providerId="AD" clId="Web-{F22D241A-125A-8F0F-A3D0-2F20510FCF4C}" dt="2025-02-24T00:37:12.796" v="157" actId="1076"/>
        <pc:sldMkLst>
          <pc:docMk/>
          <pc:sldMk cId="78121319" sldId="267"/>
        </pc:sldMkLst>
        <pc:picChg chg="add mod">
          <ac:chgData name="Nathan Stechschulte" userId="S::nstechschulte@unomaha.edu::09d62183-fe8f-45ba-a25e-1596ecd90472" providerId="AD" clId="Web-{F22D241A-125A-8F0F-A3D0-2F20510FCF4C}" dt="2025-02-24T00:36:12.106" v="151" actId="1076"/>
          <ac:picMkLst>
            <pc:docMk/>
            <pc:sldMk cId="78121319" sldId="267"/>
            <ac:picMk id="4" creationId="{6E8041C1-303F-BB4D-CF39-4FAA54FCE876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37:12.796" v="157" actId="1076"/>
          <ac:picMkLst>
            <pc:docMk/>
            <pc:sldMk cId="78121319" sldId="267"/>
            <ac:picMk id="5" creationId="{13FFBA40-146B-2410-6BF5-5933EC1D7740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37:10.889" v="156" actId="1076"/>
          <ac:picMkLst>
            <pc:docMk/>
            <pc:sldMk cId="78121319" sldId="267"/>
            <ac:picMk id="7" creationId="{0C3CB3F9-BF88-97A1-77D8-0F7966B9BF66}"/>
          </ac:picMkLst>
        </pc:picChg>
      </pc:sldChg>
      <pc:sldChg chg="addSp modSp">
        <pc:chgData name="Nathan Stechschulte" userId="S::nstechschulte@unomaha.edu::09d62183-fe8f-45ba-a25e-1596ecd90472" providerId="AD" clId="Web-{F22D241A-125A-8F0F-A3D0-2F20510FCF4C}" dt="2025-02-24T00:44:19.311" v="244" actId="1076"/>
        <pc:sldMkLst>
          <pc:docMk/>
          <pc:sldMk cId="1659039448" sldId="268"/>
        </pc:sldMkLst>
        <pc:spChg chg="mod">
          <ac:chgData name="Nathan Stechschulte" userId="S::nstechschulte@unomaha.edu::09d62183-fe8f-45ba-a25e-1596ecd90472" providerId="AD" clId="Web-{F22D241A-125A-8F0F-A3D0-2F20510FCF4C}" dt="2025-02-24T00:30:19.297" v="97" actId="20577"/>
          <ac:spMkLst>
            <pc:docMk/>
            <pc:sldMk cId="1659039448" sldId="268"/>
            <ac:spMk id="3" creationId="{EEB0BFC3-F14B-A276-E2E0-A747463074A0}"/>
          </ac:spMkLst>
        </pc:spChg>
        <pc:picChg chg="add mod">
          <ac:chgData name="Nathan Stechschulte" userId="S::nstechschulte@unomaha.edu::09d62183-fe8f-45ba-a25e-1596ecd90472" providerId="AD" clId="Web-{F22D241A-125A-8F0F-A3D0-2F20510FCF4C}" dt="2025-02-24T00:44:19.311" v="244" actId="1076"/>
          <ac:picMkLst>
            <pc:docMk/>
            <pc:sldMk cId="1659039448" sldId="268"/>
            <ac:picMk id="4" creationId="{31E80C65-BA95-BD5E-CE0B-B5EF09AC87C6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44:17.280" v="243" actId="1076"/>
          <ac:picMkLst>
            <pc:docMk/>
            <pc:sldMk cId="1659039448" sldId="268"/>
            <ac:picMk id="6" creationId="{206BA829-5F5A-02B2-038D-994FC8042EB1}"/>
          </ac:picMkLst>
        </pc:picChg>
      </pc:sldChg>
      <pc:sldChg chg="modSp">
        <pc:chgData name="Nathan Stechschulte" userId="S::nstechschulte@unomaha.edu::09d62183-fe8f-45ba-a25e-1596ecd90472" providerId="AD" clId="Web-{F22D241A-125A-8F0F-A3D0-2F20510FCF4C}" dt="2025-02-24T00:41:38.992" v="223"/>
        <pc:sldMkLst>
          <pc:docMk/>
          <pc:sldMk cId="148543798" sldId="269"/>
        </pc:sldMkLst>
        <pc:spChg chg="mod">
          <ac:chgData name="Nathan Stechschulte" userId="S::nstechschulte@unomaha.edu::09d62183-fe8f-45ba-a25e-1596ecd90472" providerId="AD" clId="Web-{F22D241A-125A-8F0F-A3D0-2F20510FCF4C}" dt="2025-02-24T00:41:26.351" v="221" actId="20577"/>
          <ac:spMkLst>
            <pc:docMk/>
            <pc:sldMk cId="148543798" sldId="269"/>
            <ac:spMk id="6" creationId="{A9F4C708-E427-E484-3EEC-5B980C2D1A3C}"/>
          </ac:spMkLst>
        </pc:spChg>
        <pc:spChg chg="mod">
          <ac:chgData name="Nathan Stechschulte" userId="S::nstechschulte@unomaha.edu::09d62183-fe8f-45ba-a25e-1596ecd90472" providerId="AD" clId="Web-{F22D241A-125A-8F0F-A3D0-2F20510FCF4C}" dt="2025-02-24T00:41:35.023" v="222"/>
          <ac:spMkLst>
            <pc:docMk/>
            <pc:sldMk cId="148543798" sldId="269"/>
            <ac:spMk id="8" creationId="{D7E9067E-0A6F-D5A2-3B9B-9C7AA5FB3AFF}"/>
          </ac:spMkLst>
        </pc:spChg>
        <pc:spChg chg="mod">
          <ac:chgData name="Nathan Stechschulte" userId="S::nstechschulte@unomaha.edu::09d62183-fe8f-45ba-a25e-1596ecd90472" providerId="AD" clId="Web-{F22D241A-125A-8F0F-A3D0-2F20510FCF4C}" dt="2025-02-24T00:41:38.992" v="223"/>
          <ac:spMkLst>
            <pc:docMk/>
            <pc:sldMk cId="148543798" sldId="269"/>
            <ac:spMk id="9" creationId="{FCF53BB7-2C57-6D8C-E0D8-F53857190471}"/>
          </ac:spMkLst>
        </pc:spChg>
      </pc:sldChg>
      <pc:sldChg chg="addSp delSp modSp">
        <pc:chgData name="Nathan Stechschulte" userId="S::nstechschulte@unomaha.edu::09d62183-fe8f-45ba-a25e-1596ecd90472" providerId="AD" clId="Web-{F22D241A-125A-8F0F-A3D0-2F20510FCF4C}" dt="2025-02-24T00:39:44.816" v="182" actId="1076"/>
        <pc:sldMkLst>
          <pc:docMk/>
          <pc:sldMk cId="1993476684" sldId="270"/>
        </pc:sldMkLst>
        <pc:picChg chg="add mod">
          <ac:chgData name="Nathan Stechschulte" userId="S::nstechschulte@unomaha.edu::09d62183-fe8f-45ba-a25e-1596ecd90472" providerId="AD" clId="Web-{F22D241A-125A-8F0F-A3D0-2F20510FCF4C}" dt="2025-02-24T00:39:44.816" v="182" actId="1076"/>
          <ac:picMkLst>
            <pc:docMk/>
            <pc:sldMk cId="1993476684" sldId="270"/>
            <ac:picMk id="4" creationId="{828453DF-AD6F-8F57-D7BD-33B2BF787850}"/>
          </ac:picMkLst>
        </pc:picChg>
        <pc:picChg chg="add mod">
          <ac:chgData name="Nathan Stechschulte" userId="S::nstechschulte@unomaha.edu::09d62183-fe8f-45ba-a25e-1596ecd90472" providerId="AD" clId="Web-{F22D241A-125A-8F0F-A3D0-2F20510FCF4C}" dt="2025-02-24T00:39:43.363" v="181" actId="1076"/>
          <ac:picMkLst>
            <pc:docMk/>
            <pc:sldMk cId="1993476684" sldId="270"/>
            <ac:picMk id="6" creationId="{F00B9143-5CC7-CE1B-6765-0ED94471D1F4}"/>
          </ac:picMkLst>
        </pc:picChg>
        <pc:picChg chg="add del mod">
          <ac:chgData name="Nathan Stechschulte" userId="S::nstechschulte@unomaha.edu::09d62183-fe8f-45ba-a25e-1596ecd90472" providerId="AD" clId="Web-{F22D241A-125A-8F0F-A3D0-2F20510FCF4C}" dt="2025-02-24T00:38:50.846" v="166"/>
          <ac:picMkLst>
            <pc:docMk/>
            <pc:sldMk cId="1993476684" sldId="270"/>
            <ac:picMk id="7" creationId="{3A6F8EDE-DE70-BE74-916A-CAC51D1FEF37}"/>
          </ac:picMkLst>
        </pc:picChg>
      </pc:sldChg>
      <pc:sldChg chg="addSp modSp">
        <pc:chgData name="Nathan Stechschulte" userId="S::nstechschulte@unomaha.edu::09d62183-fe8f-45ba-a25e-1596ecd90472" providerId="AD" clId="Web-{F22D241A-125A-8F0F-A3D0-2F20510FCF4C}" dt="2025-02-24T00:30:49.080" v="101" actId="1076"/>
        <pc:sldMkLst>
          <pc:docMk/>
          <pc:sldMk cId="370949318" sldId="271"/>
        </pc:sldMkLst>
        <pc:spChg chg="mod">
          <ac:chgData name="Nathan Stechschulte" userId="S::nstechschulte@unomaha.edu::09d62183-fe8f-45ba-a25e-1596ecd90472" providerId="AD" clId="Web-{F22D241A-125A-8F0F-A3D0-2F20510FCF4C}" dt="2025-02-24T00:30:40.267" v="99" actId="1076"/>
          <ac:spMkLst>
            <pc:docMk/>
            <pc:sldMk cId="370949318" sldId="271"/>
            <ac:spMk id="2" creationId="{1FB686F2-AF53-D8B7-0D99-EF0F96E67698}"/>
          </ac:spMkLst>
        </pc:spChg>
        <pc:picChg chg="add mod">
          <ac:chgData name="Nathan Stechschulte" userId="S::nstechschulte@unomaha.edu::09d62183-fe8f-45ba-a25e-1596ecd90472" providerId="AD" clId="Web-{F22D241A-125A-8F0F-A3D0-2F20510FCF4C}" dt="2025-02-24T00:30:49.080" v="101" actId="1076"/>
          <ac:picMkLst>
            <pc:docMk/>
            <pc:sldMk cId="370949318" sldId="271"/>
            <ac:picMk id="4" creationId="{9455C2C6-941C-A069-FFDA-204BFE791FEF}"/>
          </ac:picMkLst>
        </pc:picChg>
      </pc:sldChg>
    </pc:docChg>
  </pc:docChgLst>
  <pc:docChgLst>
    <pc:chgData name="Shane Ellis" userId="S::shaneellis@unomaha.edu::1b0958ef-a981-4613-912d-4444753b228c" providerId="AD" clId="Web-{F73F2FA7-B735-2548-3A7F-65DC3A5B07CE}"/>
    <pc:docChg chg="modSld">
      <pc:chgData name="Shane Ellis" userId="S::shaneellis@unomaha.edu::1b0958ef-a981-4613-912d-4444753b228c" providerId="AD" clId="Web-{F73F2FA7-B735-2548-3A7F-65DC3A5B07CE}" dt="2025-02-24T02:51:19.504" v="196" actId="20577"/>
      <pc:docMkLst>
        <pc:docMk/>
      </pc:docMkLst>
      <pc:sldChg chg="modSp modCm">
        <pc:chgData name="Shane Ellis" userId="S::shaneellis@unomaha.edu::1b0958ef-a981-4613-912d-4444753b228c" providerId="AD" clId="Web-{F73F2FA7-B735-2548-3A7F-65DC3A5B07CE}" dt="2025-02-24T02:35:03.926" v="28" actId="20577"/>
        <pc:sldMkLst>
          <pc:docMk/>
          <pc:sldMk cId="918019604" sldId="258"/>
        </pc:sldMkLst>
        <pc:spChg chg="mod">
          <ac:chgData name="Shane Ellis" userId="S::shaneellis@unomaha.edu::1b0958ef-a981-4613-912d-4444753b228c" providerId="AD" clId="Web-{F73F2FA7-B735-2548-3A7F-65DC3A5B07CE}" dt="2025-02-24T02:35:03.926" v="28" actId="20577"/>
          <ac:spMkLst>
            <pc:docMk/>
            <pc:sldMk cId="918019604" sldId="258"/>
            <ac:spMk id="3" creationId="{617B804F-588B-1269-7840-183C42A8D3A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ne Ellis" userId="S::shaneellis@unomaha.edu::1b0958ef-a981-4613-912d-4444753b228c" providerId="AD" clId="Web-{F73F2FA7-B735-2548-3A7F-65DC3A5B07CE}" dt="2025-02-24T02:34:55.457" v="27" actId="20577"/>
              <pc2:cmMkLst xmlns:pc2="http://schemas.microsoft.com/office/powerpoint/2019/9/main/command">
                <pc:docMk/>
                <pc:sldMk cId="918019604" sldId="258"/>
                <pc2:cmMk id="{6A2A2FC9-CED0-4371-A02E-B7454CE182F6}"/>
              </pc2:cmMkLst>
            </pc226:cmChg>
          </p:ext>
        </pc:extLst>
      </pc:sldChg>
      <pc:sldChg chg="modSp">
        <pc:chgData name="Shane Ellis" userId="S::shaneellis@unomaha.edu::1b0958ef-a981-4613-912d-4444753b228c" providerId="AD" clId="Web-{F73F2FA7-B735-2548-3A7F-65DC3A5B07CE}" dt="2025-02-24T02:46:47.405" v="158" actId="20577"/>
        <pc:sldMkLst>
          <pc:docMk/>
          <pc:sldMk cId="3291320767" sldId="264"/>
        </pc:sldMkLst>
        <pc:spChg chg="mod">
          <ac:chgData name="Shane Ellis" userId="S::shaneellis@unomaha.edu::1b0958ef-a981-4613-912d-4444753b228c" providerId="AD" clId="Web-{F73F2FA7-B735-2548-3A7F-65DC3A5B07CE}" dt="2025-02-24T02:46:47.405" v="158" actId="20577"/>
          <ac:spMkLst>
            <pc:docMk/>
            <pc:sldMk cId="3291320767" sldId="264"/>
            <ac:spMk id="3" creationId="{E89E6FA3-0D6E-7FB8-EBF8-C05659826FD4}"/>
          </ac:spMkLst>
        </pc:spChg>
      </pc:sldChg>
      <pc:sldChg chg="modSp">
        <pc:chgData name="Shane Ellis" userId="S::shaneellis@unomaha.edu::1b0958ef-a981-4613-912d-4444753b228c" providerId="AD" clId="Web-{F73F2FA7-B735-2548-3A7F-65DC3A5B07CE}" dt="2025-02-24T02:51:19.504" v="196" actId="20577"/>
        <pc:sldMkLst>
          <pc:docMk/>
          <pc:sldMk cId="3276393595" sldId="265"/>
        </pc:sldMkLst>
        <pc:spChg chg="mod">
          <ac:chgData name="Shane Ellis" userId="S::shaneellis@unomaha.edu::1b0958ef-a981-4613-912d-4444753b228c" providerId="AD" clId="Web-{F73F2FA7-B735-2548-3A7F-65DC3A5B07CE}" dt="2025-02-24T02:51:19.504" v="196" actId="20577"/>
          <ac:spMkLst>
            <pc:docMk/>
            <pc:sldMk cId="3276393595" sldId="265"/>
            <ac:spMk id="2" creationId="{7B4C37A1-E763-E6E6-CFAE-09AD05384712}"/>
          </ac:spMkLst>
        </pc:spChg>
      </pc:sldChg>
    </pc:docChg>
  </pc:docChgLst>
  <pc:docChgLst>
    <pc:chgData name="Shane Ellis" userId="S::shaneellis@unomaha.edu::1b0958ef-a981-4613-912d-4444753b228c" providerId="AD" clId="Web-{B264945E-7A27-4952-B097-35E2C0E3B3F4}"/>
    <pc:docChg chg="mod modSld">
      <pc:chgData name="Shane Ellis" userId="S::shaneellis@unomaha.edu::1b0958ef-a981-4613-912d-4444753b228c" providerId="AD" clId="Web-{B264945E-7A27-4952-B097-35E2C0E3B3F4}" dt="2025-02-23T02:59:29.690" v="1102" actId="20577"/>
      <pc:docMkLst>
        <pc:docMk/>
      </pc:docMkLst>
      <pc:sldChg chg="modSp">
        <pc:chgData name="Shane Ellis" userId="S::shaneellis@unomaha.edu::1b0958ef-a981-4613-912d-4444753b228c" providerId="AD" clId="Web-{B264945E-7A27-4952-B097-35E2C0E3B3F4}" dt="2025-02-23T02:29:03.254" v="446" actId="20577"/>
        <pc:sldMkLst>
          <pc:docMk/>
          <pc:sldMk cId="2519058093" sldId="257"/>
        </pc:sldMkLst>
        <pc:spChg chg="mod">
          <ac:chgData name="Shane Ellis" userId="S::shaneellis@unomaha.edu::1b0958ef-a981-4613-912d-4444753b228c" providerId="AD" clId="Web-{B264945E-7A27-4952-B097-35E2C0E3B3F4}" dt="2025-02-23T02:29:03.254" v="446" actId="20577"/>
          <ac:spMkLst>
            <pc:docMk/>
            <pc:sldMk cId="2519058093" sldId="257"/>
            <ac:spMk id="3" creationId="{3E0A00A0-90F4-E3F0-D145-0585AF91FCA3}"/>
          </ac:spMkLst>
        </pc:spChg>
      </pc:sldChg>
      <pc:sldChg chg="modSp">
        <pc:chgData name="Shane Ellis" userId="S::shaneellis@unomaha.edu::1b0958ef-a981-4613-912d-4444753b228c" providerId="AD" clId="Web-{B264945E-7A27-4952-B097-35E2C0E3B3F4}" dt="2025-02-23T01:51:03.245" v="20" actId="20577"/>
        <pc:sldMkLst>
          <pc:docMk/>
          <pc:sldMk cId="32948939" sldId="259"/>
        </pc:sldMkLst>
        <pc:spChg chg="mod">
          <ac:chgData name="Shane Ellis" userId="S::shaneellis@unomaha.edu::1b0958ef-a981-4613-912d-4444753b228c" providerId="AD" clId="Web-{B264945E-7A27-4952-B097-35E2C0E3B3F4}" dt="2025-02-23T01:51:03.245" v="20" actId="20577"/>
          <ac:spMkLst>
            <pc:docMk/>
            <pc:sldMk cId="32948939" sldId="259"/>
            <ac:spMk id="3" creationId="{842E3D31-CD4A-2470-2D1A-FA3577EDA831}"/>
          </ac:spMkLst>
        </pc:spChg>
      </pc:sldChg>
      <pc:sldChg chg="modSp">
        <pc:chgData name="Shane Ellis" userId="S::shaneellis@unomaha.edu::1b0958ef-a981-4613-912d-4444753b228c" providerId="AD" clId="Web-{B264945E-7A27-4952-B097-35E2C0E3B3F4}" dt="2025-02-23T02:59:29.690" v="1102" actId="20577"/>
        <pc:sldMkLst>
          <pc:docMk/>
          <pc:sldMk cId="78121319" sldId="267"/>
        </pc:sldMkLst>
        <pc:spChg chg="mod">
          <ac:chgData name="Shane Ellis" userId="S::shaneellis@unomaha.edu::1b0958ef-a981-4613-912d-4444753b228c" providerId="AD" clId="Web-{B264945E-7A27-4952-B097-35E2C0E3B3F4}" dt="2025-02-23T02:59:29.690" v="1102" actId="20577"/>
          <ac:spMkLst>
            <pc:docMk/>
            <pc:sldMk cId="78121319" sldId="267"/>
            <ac:spMk id="3" creationId="{CBA11C67-7D19-E7FD-2529-DD7480B7A774}"/>
          </ac:spMkLst>
        </pc:spChg>
      </pc:sldChg>
    </pc:docChg>
  </pc:docChgLst>
  <pc:docChgLst>
    <pc:chgData name="Nathan Stechschulte" userId="S::nstechschulte@unomaha.edu::09d62183-fe8f-45ba-a25e-1596ecd90472" providerId="AD" clId="Web-{01AE9CFD-83B4-77D8-0377-24DE030C7219}"/>
    <pc:docChg chg="modSld">
      <pc:chgData name="Nathan Stechschulte" userId="S::nstechschulte@unomaha.edu::09d62183-fe8f-45ba-a25e-1596ecd90472" providerId="AD" clId="Web-{01AE9CFD-83B4-77D8-0377-24DE030C7219}" dt="2025-02-24T18:21:42.482" v="2" actId="20577"/>
      <pc:docMkLst>
        <pc:docMk/>
      </pc:docMkLst>
      <pc:sldChg chg="modSp">
        <pc:chgData name="Nathan Stechschulte" userId="S::nstechschulte@unomaha.edu::09d62183-fe8f-45ba-a25e-1596ecd90472" providerId="AD" clId="Web-{01AE9CFD-83B4-77D8-0377-24DE030C7219}" dt="2025-02-24T18:21:42.482" v="2" actId="20577"/>
        <pc:sldMkLst>
          <pc:docMk/>
          <pc:sldMk cId="32948939" sldId="259"/>
        </pc:sldMkLst>
        <pc:spChg chg="mod">
          <ac:chgData name="Nathan Stechschulte" userId="S::nstechschulte@unomaha.edu::09d62183-fe8f-45ba-a25e-1596ecd90472" providerId="AD" clId="Web-{01AE9CFD-83B4-77D8-0377-24DE030C7219}" dt="2025-02-24T18:21:42.482" v="2" actId="20577"/>
          <ac:spMkLst>
            <pc:docMk/>
            <pc:sldMk cId="32948939" sldId="259"/>
            <ac:spMk id="3" creationId="{842E3D31-CD4A-2470-2D1A-FA3577EDA831}"/>
          </ac:spMkLst>
        </pc:spChg>
      </pc:sldChg>
    </pc:docChg>
  </pc:docChgLst>
  <pc:docChgLst>
    <pc:chgData name="Nathan Stechschulte" userId="S::nstechschulte@unomaha.edu::09d62183-fe8f-45ba-a25e-1596ecd90472" providerId="AD" clId="Web-{7A720C84-0542-935A-4DA5-0A0CE50B262B}"/>
    <pc:docChg chg="addSld delSld modSld sldOrd addSection delSection">
      <pc:chgData name="Nathan Stechschulte" userId="S::nstechschulte@unomaha.edu::09d62183-fe8f-45ba-a25e-1596ecd90472" providerId="AD" clId="Web-{7A720C84-0542-935A-4DA5-0A0CE50B262B}" dt="2025-02-21T04:12:06.165" v="883" actId="20577"/>
      <pc:docMkLst>
        <pc:docMk/>
      </pc:docMkLst>
      <pc:sldChg chg="delSp modSp del">
        <pc:chgData name="Nathan Stechschulte" userId="S::nstechschulte@unomaha.edu::09d62183-fe8f-45ba-a25e-1596ecd90472" providerId="AD" clId="Web-{7A720C84-0542-935A-4DA5-0A0CE50B262B}" dt="2025-02-21T03:06:23.967" v="7"/>
        <pc:sldMkLst>
          <pc:docMk/>
          <pc:sldMk cId="4201695932" sldId="256"/>
        </pc:sldMkLst>
      </pc:sldChg>
      <pc:sldChg chg="modSp">
        <pc:chgData name="Nathan Stechschulte" userId="S::nstechschulte@unomaha.edu::09d62183-fe8f-45ba-a25e-1596ecd90472" providerId="AD" clId="Web-{7A720C84-0542-935A-4DA5-0A0CE50B262B}" dt="2025-02-21T03:35:46.101" v="469" actId="20577"/>
        <pc:sldMkLst>
          <pc:docMk/>
          <pc:sldMk cId="2519058093" sldId="257"/>
        </pc:sldMkLst>
        <pc:spChg chg="mod">
          <ac:chgData name="Nathan Stechschulte" userId="S::nstechschulte@unomaha.edu::09d62183-fe8f-45ba-a25e-1596ecd90472" providerId="AD" clId="Web-{7A720C84-0542-935A-4DA5-0A0CE50B262B}" dt="2025-02-21T03:11:18.806" v="78" actId="20577"/>
          <ac:spMkLst>
            <pc:docMk/>
            <pc:sldMk cId="2519058093" sldId="257"/>
            <ac:spMk id="2" creationId="{42AE52FA-1163-E802-C3D0-7D1022AC6B5F}"/>
          </ac:spMkLst>
        </pc:spChg>
        <pc:spChg chg="mod">
          <ac:chgData name="Nathan Stechschulte" userId="S::nstechschulte@unomaha.edu::09d62183-fe8f-45ba-a25e-1596ecd90472" providerId="AD" clId="Web-{7A720C84-0542-935A-4DA5-0A0CE50B262B}" dt="2025-02-21T03:35:46.101" v="469" actId="20577"/>
          <ac:spMkLst>
            <pc:docMk/>
            <pc:sldMk cId="2519058093" sldId="257"/>
            <ac:spMk id="3" creationId="{3E0A00A0-90F4-E3F0-D145-0585AF91FCA3}"/>
          </ac:spMkLst>
        </pc:spChg>
      </pc:sldChg>
      <pc:sldChg chg="modSp">
        <pc:chgData name="Nathan Stechschulte" userId="S::nstechschulte@unomaha.edu::09d62183-fe8f-45ba-a25e-1596ecd90472" providerId="AD" clId="Web-{7A720C84-0542-935A-4DA5-0A0CE50B262B}" dt="2025-02-21T03:28:06.644" v="276" actId="20577"/>
        <pc:sldMkLst>
          <pc:docMk/>
          <pc:sldMk cId="918019604" sldId="258"/>
        </pc:sldMkLst>
        <pc:spChg chg="mod">
          <ac:chgData name="Nathan Stechschulte" userId="S::nstechschulte@unomaha.edu::09d62183-fe8f-45ba-a25e-1596ecd90472" providerId="AD" clId="Web-{7A720C84-0542-935A-4DA5-0A0CE50B262B}" dt="2025-02-21T03:28:06.644" v="276" actId="20577"/>
          <ac:spMkLst>
            <pc:docMk/>
            <pc:sldMk cId="918019604" sldId="258"/>
            <ac:spMk id="3" creationId="{617B804F-588B-1269-7840-183C42A8D3AD}"/>
          </ac:spMkLst>
        </pc:spChg>
      </pc:sldChg>
      <pc:sldChg chg="modSp">
        <pc:chgData name="Nathan Stechschulte" userId="S::nstechschulte@unomaha.edu::09d62183-fe8f-45ba-a25e-1596ecd90472" providerId="AD" clId="Web-{7A720C84-0542-935A-4DA5-0A0CE50B262B}" dt="2025-02-21T03:14:08.015" v="139" actId="20577"/>
        <pc:sldMkLst>
          <pc:docMk/>
          <pc:sldMk cId="32948939" sldId="259"/>
        </pc:sldMkLst>
        <pc:spChg chg="mod">
          <ac:chgData name="Nathan Stechschulte" userId="S::nstechschulte@unomaha.edu::09d62183-fe8f-45ba-a25e-1596ecd90472" providerId="AD" clId="Web-{7A720C84-0542-935A-4DA5-0A0CE50B262B}" dt="2025-02-21T03:14:08.015" v="139" actId="20577"/>
          <ac:spMkLst>
            <pc:docMk/>
            <pc:sldMk cId="32948939" sldId="259"/>
            <ac:spMk id="3" creationId="{842E3D31-CD4A-2470-2D1A-FA3577EDA831}"/>
          </ac:spMkLst>
        </pc:spChg>
      </pc:sldChg>
      <pc:sldChg chg="modSp">
        <pc:chgData name="Nathan Stechschulte" userId="S::nstechschulte@unomaha.edu::09d62183-fe8f-45ba-a25e-1596ecd90472" providerId="AD" clId="Web-{7A720C84-0542-935A-4DA5-0A0CE50B262B}" dt="2025-02-21T03:35:16.803" v="465" actId="20577"/>
        <pc:sldMkLst>
          <pc:docMk/>
          <pc:sldMk cId="3761278599" sldId="260"/>
        </pc:sldMkLst>
        <pc:spChg chg="mod">
          <ac:chgData name="Nathan Stechschulte" userId="S::nstechschulte@unomaha.edu::09d62183-fe8f-45ba-a25e-1596ecd90472" providerId="AD" clId="Web-{7A720C84-0542-935A-4DA5-0A0CE50B262B}" dt="2025-02-21T03:35:16.803" v="465" actId="20577"/>
          <ac:spMkLst>
            <pc:docMk/>
            <pc:sldMk cId="3761278599" sldId="260"/>
            <ac:spMk id="3" creationId="{297A7E9D-EE5A-0583-9159-8B575E574FF9}"/>
          </ac:spMkLst>
        </pc:spChg>
      </pc:sldChg>
      <pc:sldChg chg="modSp">
        <pc:chgData name="Nathan Stechschulte" userId="S::nstechschulte@unomaha.edu::09d62183-fe8f-45ba-a25e-1596ecd90472" providerId="AD" clId="Web-{7A720C84-0542-935A-4DA5-0A0CE50B262B}" dt="2025-02-21T03:16:10.101" v="223" actId="20577"/>
        <pc:sldMkLst>
          <pc:docMk/>
          <pc:sldMk cId="1164771144" sldId="261"/>
        </pc:sldMkLst>
        <pc:spChg chg="mod">
          <ac:chgData name="Nathan Stechschulte" userId="S::nstechschulte@unomaha.edu::09d62183-fe8f-45ba-a25e-1596ecd90472" providerId="AD" clId="Web-{7A720C84-0542-935A-4DA5-0A0CE50B262B}" dt="2025-02-21T03:16:10.101" v="223" actId="20577"/>
          <ac:spMkLst>
            <pc:docMk/>
            <pc:sldMk cId="1164771144" sldId="261"/>
            <ac:spMk id="3" creationId="{27E7EBC2-6D3C-EAA1-90BE-607A20C76715}"/>
          </ac:spMkLst>
        </pc:spChg>
      </pc:sldChg>
      <pc:sldChg chg="modSp">
        <pc:chgData name="Nathan Stechschulte" userId="S::nstechschulte@unomaha.edu::09d62183-fe8f-45ba-a25e-1596ecd90472" providerId="AD" clId="Web-{7A720C84-0542-935A-4DA5-0A0CE50B262B}" dt="2025-02-21T03:27:47.003" v="274" actId="20577"/>
        <pc:sldMkLst>
          <pc:docMk/>
          <pc:sldMk cId="1431684060" sldId="262"/>
        </pc:sldMkLst>
        <pc:spChg chg="mod">
          <ac:chgData name="Nathan Stechschulte" userId="S::nstechschulte@unomaha.edu::09d62183-fe8f-45ba-a25e-1596ecd90472" providerId="AD" clId="Web-{7A720C84-0542-935A-4DA5-0A0CE50B262B}" dt="2025-02-21T03:27:47.003" v="274" actId="20577"/>
          <ac:spMkLst>
            <pc:docMk/>
            <pc:sldMk cId="1431684060" sldId="262"/>
            <ac:spMk id="3" creationId="{A3180834-B3F9-03CB-8231-00C6055A9748}"/>
          </ac:spMkLst>
        </pc:spChg>
      </pc:sldChg>
      <pc:sldChg chg="modSp">
        <pc:chgData name="Nathan Stechschulte" userId="S::nstechschulte@unomaha.edu::09d62183-fe8f-45ba-a25e-1596ecd90472" providerId="AD" clId="Web-{7A720C84-0542-935A-4DA5-0A0CE50B262B}" dt="2025-02-21T03:36:33.900" v="521" actId="20577"/>
        <pc:sldMkLst>
          <pc:docMk/>
          <pc:sldMk cId="2393778455" sldId="263"/>
        </pc:sldMkLst>
        <pc:spChg chg="mod">
          <ac:chgData name="Nathan Stechschulte" userId="S::nstechschulte@unomaha.edu::09d62183-fe8f-45ba-a25e-1596ecd90472" providerId="AD" clId="Web-{7A720C84-0542-935A-4DA5-0A0CE50B262B}" dt="2025-02-21T03:36:33.900" v="521" actId="20577"/>
          <ac:spMkLst>
            <pc:docMk/>
            <pc:sldMk cId="2393778455" sldId="263"/>
            <ac:spMk id="3" creationId="{97A7F396-0FAF-F0D3-1FF7-C87D85FE0032}"/>
          </ac:spMkLst>
        </pc:spChg>
      </pc:sldChg>
      <pc:sldChg chg="modSp">
        <pc:chgData name="Nathan Stechschulte" userId="S::nstechschulte@unomaha.edu::09d62183-fe8f-45ba-a25e-1596ecd90472" providerId="AD" clId="Web-{7A720C84-0542-935A-4DA5-0A0CE50B262B}" dt="2025-02-21T03:43:27.212" v="523" actId="20577"/>
        <pc:sldMkLst>
          <pc:docMk/>
          <pc:sldMk cId="3291320767" sldId="264"/>
        </pc:sldMkLst>
        <pc:spChg chg="mod">
          <ac:chgData name="Nathan Stechschulte" userId="S::nstechschulte@unomaha.edu::09d62183-fe8f-45ba-a25e-1596ecd90472" providerId="AD" clId="Web-{7A720C84-0542-935A-4DA5-0A0CE50B262B}" dt="2025-02-21T03:43:27.212" v="523" actId="20577"/>
          <ac:spMkLst>
            <pc:docMk/>
            <pc:sldMk cId="3291320767" sldId="264"/>
            <ac:spMk id="3" creationId="{E89E6FA3-0D6E-7FB8-EBF8-C05659826FD4}"/>
          </ac:spMkLst>
        </pc:spChg>
        <pc:picChg chg="mod">
          <ac:chgData name="Nathan Stechschulte" userId="S::nstechschulte@unomaha.edu::09d62183-fe8f-45ba-a25e-1596ecd90472" providerId="AD" clId="Web-{7A720C84-0542-935A-4DA5-0A0CE50B262B}" dt="2025-02-21T03:43:23.478" v="522" actId="14100"/>
          <ac:picMkLst>
            <pc:docMk/>
            <pc:sldMk cId="3291320767" sldId="264"/>
            <ac:picMk id="4" creationId="{B108F80D-B318-4F41-3EC3-34E91ED49506}"/>
          </ac:picMkLst>
        </pc:picChg>
      </pc:sldChg>
      <pc:sldChg chg="addSp delSp modSp new mod ord modClrScheme chgLayout">
        <pc:chgData name="Nathan Stechschulte" userId="S::nstechschulte@unomaha.edu::09d62183-fe8f-45ba-a25e-1596ecd90472" providerId="AD" clId="Web-{7A720C84-0542-935A-4DA5-0A0CE50B262B}" dt="2025-02-21T03:10:18.882" v="69" actId="1076"/>
        <pc:sldMkLst>
          <pc:docMk/>
          <pc:sldMk cId="3276393595" sldId="265"/>
        </pc:sldMkLst>
        <pc:spChg chg="mod ord">
          <ac:chgData name="Nathan Stechschulte" userId="S::nstechschulte@unomaha.edu::09d62183-fe8f-45ba-a25e-1596ecd90472" providerId="AD" clId="Web-{7A720C84-0542-935A-4DA5-0A0CE50B262B}" dt="2025-02-21T03:10:08.991" v="65" actId="1076"/>
          <ac:spMkLst>
            <pc:docMk/>
            <pc:sldMk cId="3276393595" sldId="265"/>
            <ac:spMk id="2" creationId="{7B4C37A1-E763-E6E6-CFAE-09AD05384712}"/>
          </ac:spMkLst>
        </pc:spChg>
        <pc:spChg chg="mod ord">
          <ac:chgData name="Nathan Stechschulte" userId="S::nstechschulte@unomaha.edu::09d62183-fe8f-45ba-a25e-1596ecd90472" providerId="AD" clId="Web-{7A720C84-0542-935A-4DA5-0A0CE50B262B}" dt="2025-02-21T03:10:11.444" v="66" actId="1076"/>
          <ac:spMkLst>
            <pc:docMk/>
            <pc:sldMk cId="3276393595" sldId="265"/>
            <ac:spMk id="3" creationId="{950D8550-2CE9-152E-2039-6F42A38623E9}"/>
          </ac:spMkLst>
        </pc:spChg>
        <pc:picChg chg="add mod">
          <ac:chgData name="Nathan Stechschulte" userId="S::nstechschulte@unomaha.edu::09d62183-fe8f-45ba-a25e-1596ecd90472" providerId="AD" clId="Web-{7A720C84-0542-935A-4DA5-0A0CE50B262B}" dt="2025-02-21T03:10:18.882" v="69" actId="1076"/>
          <ac:picMkLst>
            <pc:docMk/>
            <pc:sldMk cId="3276393595" sldId="265"/>
            <ac:picMk id="7" creationId="{755FA1AC-6805-DF06-72CF-CED5B3760EED}"/>
          </ac:picMkLst>
        </pc:picChg>
        <pc:picChg chg="add mod ord">
          <ac:chgData name="Nathan Stechschulte" userId="S::nstechschulte@unomaha.edu::09d62183-fe8f-45ba-a25e-1596ecd90472" providerId="AD" clId="Web-{7A720C84-0542-935A-4DA5-0A0CE50B262B}" dt="2025-02-21T03:10:16.475" v="68"/>
          <ac:picMkLst>
            <pc:docMk/>
            <pc:sldMk cId="3276393595" sldId="265"/>
            <ac:picMk id="8" creationId="{7A80A845-A0E9-2173-9720-6A9FD44136F3}"/>
          </ac:picMkLst>
        </pc:picChg>
      </pc:sldChg>
      <pc:sldChg chg="addSp delSp modSp add replId">
        <pc:chgData name="Nathan Stechschulte" userId="S::nstechschulte@unomaha.edu::09d62183-fe8f-45ba-a25e-1596ecd90472" providerId="AD" clId="Web-{7A720C84-0542-935A-4DA5-0A0CE50B262B}" dt="2025-02-21T03:53:49.740" v="730" actId="20577"/>
        <pc:sldMkLst>
          <pc:docMk/>
          <pc:sldMk cId="1470724434" sldId="266"/>
        </pc:sldMkLst>
        <pc:spChg chg="mod">
          <ac:chgData name="Nathan Stechschulte" userId="S::nstechschulte@unomaha.edu::09d62183-fe8f-45ba-a25e-1596ecd90472" providerId="AD" clId="Web-{7A720C84-0542-935A-4DA5-0A0CE50B262B}" dt="2025-02-21T03:11:22.634" v="79" actId="20577"/>
          <ac:spMkLst>
            <pc:docMk/>
            <pc:sldMk cId="1470724434" sldId="266"/>
            <ac:spMk id="2" creationId="{15C1D942-4660-86C3-F89E-66AEEC40D79C}"/>
          </ac:spMkLst>
        </pc:spChg>
        <pc:spChg chg="mod">
          <ac:chgData name="Nathan Stechschulte" userId="S::nstechschulte@unomaha.edu::09d62183-fe8f-45ba-a25e-1596ecd90472" providerId="AD" clId="Web-{7A720C84-0542-935A-4DA5-0A0CE50B262B}" dt="2025-02-21T03:53:49.740" v="730" actId="20577"/>
          <ac:spMkLst>
            <pc:docMk/>
            <pc:sldMk cId="1470724434" sldId="266"/>
            <ac:spMk id="3" creationId="{3C7D626C-B864-5B79-E76A-8B87FF039900}"/>
          </ac:spMkLst>
        </pc:spChg>
      </pc:sldChg>
      <pc:sldChg chg="modSp add replId">
        <pc:chgData name="Nathan Stechschulte" userId="S::nstechschulte@unomaha.edu::09d62183-fe8f-45ba-a25e-1596ecd90472" providerId="AD" clId="Web-{7A720C84-0542-935A-4DA5-0A0CE50B262B}" dt="2025-02-21T03:35:49.226" v="471" actId="20577"/>
        <pc:sldMkLst>
          <pc:docMk/>
          <pc:sldMk cId="78121319" sldId="267"/>
        </pc:sldMkLst>
        <pc:spChg chg="mod">
          <ac:chgData name="Nathan Stechschulte" userId="S::nstechschulte@unomaha.edu::09d62183-fe8f-45ba-a25e-1596ecd90472" providerId="AD" clId="Web-{7A720C84-0542-935A-4DA5-0A0CE50B262B}" dt="2025-02-21T03:11:57.010" v="85" actId="20577"/>
          <ac:spMkLst>
            <pc:docMk/>
            <pc:sldMk cId="78121319" sldId="267"/>
            <ac:spMk id="2" creationId="{B5F75A2F-EB36-EF95-DA38-2EB570CECF97}"/>
          </ac:spMkLst>
        </pc:spChg>
        <pc:spChg chg="mod">
          <ac:chgData name="Nathan Stechschulte" userId="S::nstechschulte@unomaha.edu::09d62183-fe8f-45ba-a25e-1596ecd90472" providerId="AD" clId="Web-{7A720C84-0542-935A-4DA5-0A0CE50B262B}" dt="2025-02-21T03:35:49.226" v="471" actId="20577"/>
          <ac:spMkLst>
            <pc:docMk/>
            <pc:sldMk cId="78121319" sldId="267"/>
            <ac:spMk id="3" creationId="{CBA11C67-7D19-E7FD-2529-DD7480B7A774}"/>
          </ac:spMkLst>
        </pc:spChg>
      </pc:sldChg>
      <pc:sldChg chg="modSp add replId">
        <pc:chgData name="Nathan Stechschulte" userId="S::nstechschulte@unomaha.edu::09d62183-fe8f-45ba-a25e-1596ecd90472" providerId="AD" clId="Web-{7A720C84-0542-935A-4DA5-0A0CE50B262B}" dt="2025-02-21T04:12:06.165" v="883" actId="20577"/>
        <pc:sldMkLst>
          <pc:docMk/>
          <pc:sldMk cId="1659039448" sldId="268"/>
        </pc:sldMkLst>
        <pc:spChg chg="mod">
          <ac:chgData name="Nathan Stechschulte" userId="S::nstechschulte@unomaha.edu::09d62183-fe8f-45ba-a25e-1596ecd90472" providerId="AD" clId="Web-{7A720C84-0542-935A-4DA5-0A0CE50B262B}" dt="2025-02-21T03:12:46.731" v="90" actId="20577"/>
          <ac:spMkLst>
            <pc:docMk/>
            <pc:sldMk cId="1659039448" sldId="268"/>
            <ac:spMk id="2" creationId="{9920289D-66EE-F507-035C-CFF13DF267E1}"/>
          </ac:spMkLst>
        </pc:spChg>
        <pc:spChg chg="mod">
          <ac:chgData name="Nathan Stechschulte" userId="S::nstechschulte@unomaha.edu::09d62183-fe8f-45ba-a25e-1596ecd90472" providerId="AD" clId="Web-{7A720C84-0542-935A-4DA5-0A0CE50B262B}" dt="2025-02-21T04:12:06.165" v="883" actId="20577"/>
          <ac:spMkLst>
            <pc:docMk/>
            <pc:sldMk cId="1659039448" sldId="268"/>
            <ac:spMk id="3" creationId="{EEB0BFC3-F14B-A276-E2E0-A747463074A0}"/>
          </ac:spMkLst>
        </pc:spChg>
      </pc:sldChg>
      <pc:sldChg chg="addSp modSp add replId">
        <pc:chgData name="Nathan Stechschulte" userId="S::nstechschulte@unomaha.edu::09d62183-fe8f-45ba-a25e-1596ecd90472" providerId="AD" clId="Web-{7A720C84-0542-935A-4DA5-0A0CE50B262B}" dt="2025-02-21T03:34:30.254" v="461" actId="20577"/>
        <pc:sldMkLst>
          <pc:docMk/>
          <pc:sldMk cId="148543798" sldId="269"/>
        </pc:sldMkLst>
        <pc:spChg chg="mod">
          <ac:chgData name="Nathan Stechschulte" userId="S::nstechschulte@unomaha.edu::09d62183-fe8f-45ba-a25e-1596ecd90472" providerId="AD" clId="Web-{7A720C84-0542-935A-4DA5-0A0CE50B262B}" dt="2025-02-21T03:31:34.762" v="397" actId="20577"/>
          <ac:spMkLst>
            <pc:docMk/>
            <pc:sldMk cId="148543798" sldId="269"/>
            <ac:spMk id="2" creationId="{48F6106C-A6BC-C08B-1EFD-CBCCF83E1075}"/>
          </ac:spMkLst>
        </pc:spChg>
        <pc:spChg chg="mod">
          <ac:chgData name="Nathan Stechschulte" userId="S::nstechschulte@unomaha.edu::09d62183-fe8f-45ba-a25e-1596ecd90472" providerId="AD" clId="Web-{7A720C84-0542-935A-4DA5-0A0CE50B262B}" dt="2025-02-21T03:29:58.680" v="389" actId="20577"/>
          <ac:spMkLst>
            <pc:docMk/>
            <pc:sldMk cId="148543798" sldId="269"/>
            <ac:spMk id="3" creationId="{408CCD54-74E8-1076-24AA-2EE3522B7F32}"/>
          </ac:spMkLst>
        </pc:spChg>
        <pc:spChg chg="add mod">
          <ac:chgData name="Nathan Stechschulte" userId="S::nstechschulte@unomaha.edu::09d62183-fe8f-45ba-a25e-1596ecd90472" providerId="AD" clId="Web-{7A720C84-0542-935A-4DA5-0A0CE50B262B}" dt="2025-02-21T03:34:30.254" v="461" actId="20577"/>
          <ac:spMkLst>
            <pc:docMk/>
            <pc:sldMk cId="148543798" sldId="269"/>
            <ac:spMk id="6" creationId="{A9F4C708-E427-E484-3EEC-5B980C2D1A3C}"/>
          </ac:spMkLst>
        </pc:spChg>
        <pc:picChg chg="add mod">
          <ac:chgData name="Nathan Stechschulte" userId="S::nstechschulte@unomaha.edu::09d62183-fe8f-45ba-a25e-1596ecd90472" providerId="AD" clId="Web-{7A720C84-0542-935A-4DA5-0A0CE50B262B}" dt="2025-02-21T03:32:18.264" v="399" actId="1076"/>
          <ac:picMkLst>
            <pc:docMk/>
            <pc:sldMk cId="148543798" sldId="269"/>
            <ac:picMk id="4" creationId="{4EFAEBB8-7EEF-23C9-C568-59C9A4C15F2F}"/>
          </ac:picMkLst>
        </pc:picChg>
      </pc:sldChg>
      <pc:sldChg chg="modSp add replId">
        <pc:chgData name="Nathan Stechschulte" userId="S::nstechschulte@unomaha.edu::09d62183-fe8f-45ba-a25e-1596ecd90472" providerId="AD" clId="Web-{7A720C84-0542-935A-4DA5-0A0CE50B262B}" dt="2025-02-21T03:57:14.520" v="774" actId="20577"/>
        <pc:sldMkLst>
          <pc:docMk/>
          <pc:sldMk cId="1993476684" sldId="270"/>
        </pc:sldMkLst>
        <pc:spChg chg="mod">
          <ac:chgData name="Nathan Stechschulte" userId="S::nstechschulte@unomaha.edu::09d62183-fe8f-45ba-a25e-1596ecd90472" providerId="AD" clId="Web-{7A720C84-0542-935A-4DA5-0A0CE50B262B}" dt="2025-02-21T03:56:41.815" v="757" actId="20577"/>
          <ac:spMkLst>
            <pc:docMk/>
            <pc:sldMk cId="1993476684" sldId="270"/>
            <ac:spMk id="2" creationId="{9A3FFA80-C2B2-07D3-0DBB-00C40BF2457E}"/>
          </ac:spMkLst>
        </pc:spChg>
        <pc:spChg chg="mod">
          <ac:chgData name="Nathan Stechschulte" userId="S::nstechschulte@unomaha.edu::09d62183-fe8f-45ba-a25e-1596ecd90472" providerId="AD" clId="Web-{7A720C84-0542-935A-4DA5-0A0CE50B262B}" dt="2025-02-21T03:57:14.520" v="774" actId="20577"/>
          <ac:spMkLst>
            <pc:docMk/>
            <pc:sldMk cId="1993476684" sldId="270"/>
            <ac:spMk id="3" creationId="{DB772EA9-6B3F-36F0-8670-A253148D4F72}"/>
          </ac:spMkLst>
        </pc:spChg>
      </pc:sldChg>
    </pc:docChg>
  </pc:docChgLst>
  <pc:docChgLst>
    <pc:chgData name="Nathan Stechschulte" userId="S::nstechschulte@unomaha.edu::09d62183-fe8f-45ba-a25e-1596ecd90472" providerId="AD" clId="Web-{50F17B65-C3C4-A400-900E-0AA48266C792}"/>
    <pc:docChg chg="modSld">
      <pc:chgData name="Nathan Stechschulte" userId="S::nstechschulte@unomaha.edu::09d62183-fe8f-45ba-a25e-1596ecd90472" providerId="AD" clId="Web-{50F17B65-C3C4-A400-900E-0AA48266C792}" dt="2025-05-02T00:38:13.154" v="0"/>
      <pc:docMkLst>
        <pc:docMk/>
      </pc:docMkLst>
      <pc:sldChg chg="delSp">
        <pc:chgData name="Nathan Stechschulte" userId="S::nstechschulte@unomaha.edu::09d62183-fe8f-45ba-a25e-1596ecd90472" providerId="AD" clId="Web-{50F17B65-C3C4-A400-900E-0AA48266C792}" dt="2025-05-02T00:38:13.154" v="0"/>
        <pc:sldMkLst>
          <pc:docMk/>
          <pc:sldMk cId="148543798" sldId="269"/>
        </pc:sldMkLst>
        <pc:spChg chg="del">
          <ac:chgData name="Nathan Stechschulte" userId="S::nstechschulte@unomaha.edu::09d62183-fe8f-45ba-a25e-1596ecd90472" providerId="AD" clId="Web-{50F17B65-C3C4-A400-900E-0AA48266C792}" dt="2025-05-02T00:38:13.154" v="0"/>
          <ac:spMkLst>
            <pc:docMk/>
            <pc:sldMk cId="148543798" sldId="269"/>
            <ac:spMk id="11" creationId="{A9928FED-5E1E-5ED6-77D9-48C13FC54766}"/>
          </ac:spMkLst>
        </pc:spChg>
      </pc:sldChg>
    </pc:docChg>
  </pc:docChgLst>
  <pc:docChgLst>
    <pc:chgData name="Nathan Stechschulte" userId="S::nstechschulte@unomaha.edu::09d62183-fe8f-45ba-a25e-1596ecd90472" providerId="AD" clId="Web-{2216A656-C326-8033-7280-7F8996294FBC}"/>
    <pc:docChg chg="addSld modSld">
      <pc:chgData name="Nathan Stechschulte" userId="S::nstechschulte@unomaha.edu::09d62183-fe8f-45ba-a25e-1596ecd90472" providerId="AD" clId="Web-{2216A656-C326-8033-7280-7F8996294FBC}" dt="2025-02-21T03:03:58.531" v="703" actId="20577"/>
      <pc:docMkLst>
        <pc:docMk/>
      </pc:docMkLst>
      <pc:sldChg chg="addSp modSp">
        <pc:chgData name="Nathan Stechschulte" userId="S::nstechschulte@unomaha.edu::09d62183-fe8f-45ba-a25e-1596ecd90472" providerId="AD" clId="Web-{2216A656-C326-8033-7280-7F8996294FBC}" dt="2025-02-21T03:03:58.531" v="703" actId="20577"/>
        <pc:sldMkLst>
          <pc:docMk/>
          <pc:sldMk cId="4201695932" sldId="256"/>
        </pc:sldMkLst>
      </pc:sldChg>
      <pc:sldChg chg="modSp">
        <pc:chgData name="Nathan Stechschulte" userId="S::nstechschulte@unomaha.edu::09d62183-fe8f-45ba-a25e-1596ecd90472" providerId="AD" clId="Web-{2216A656-C326-8033-7280-7F8996294FBC}" dt="2025-02-21T02:55:19.430" v="336" actId="20577"/>
        <pc:sldMkLst>
          <pc:docMk/>
          <pc:sldMk cId="918019604" sldId="258"/>
        </pc:sldMkLst>
        <pc:spChg chg="mod">
          <ac:chgData name="Nathan Stechschulte" userId="S::nstechschulte@unomaha.edu::09d62183-fe8f-45ba-a25e-1596ecd90472" providerId="AD" clId="Web-{2216A656-C326-8033-7280-7F8996294FBC}" dt="2025-02-21T02:55:19.430" v="336" actId="20577"/>
          <ac:spMkLst>
            <pc:docMk/>
            <pc:sldMk cId="918019604" sldId="258"/>
            <ac:spMk id="3" creationId="{617B804F-588B-1269-7840-183C42A8D3AD}"/>
          </ac:spMkLst>
        </pc:spChg>
      </pc:sldChg>
      <pc:sldChg chg="addSp delSp modSp">
        <pc:chgData name="Nathan Stechschulte" userId="S::nstechschulte@unomaha.edu::09d62183-fe8f-45ba-a25e-1596ecd90472" providerId="AD" clId="Web-{2216A656-C326-8033-7280-7F8996294FBC}" dt="2025-02-21T03:01:16.498" v="650"/>
        <pc:sldMkLst>
          <pc:docMk/>
          <pc:sldMk cId="3761278599" sldId="260"/>
        </pc:sldMkLst>
        <pc:spChg chg="mod">
          <ac:chgData name="Nathan Stechschulte" userId="S::nstechschulte@unomaha.edu::09d62183-fe8f-45ba-a25e-1596ecd90472" providerId="AD" clId="Web-{2216A656-C326-8033-7280-7F8996294FBC}" dt="2025-02-21T03:01:09.513" v="645" actId="20577"/>
          <ac:spMkLst>
            <pc:docMk/>
            <pc:sldMk cId="3761278599" sldId="260"/>
            <ac:spMk id="3" creationId="{297A7E9D-EE5A-0583-9159-8B575E574FF9}"/>
          </ac:spMkLst>
        </pc:spChg>
      </pc:sldChg>
      <pc:sldChg chg="modSp">
        <pc:chgData name="Nathan Stechschulte" userId="S::nstechschulte@unomaha.edu::09d62183-fe8f-45ba-a25e-1596ecd90472" providerId="AD" clId="Web-{2216A656-C326-8033-7280-7F8996294FBC}" dt="2025-02-21T02:57:59.603" v="495" actId="20577"/>
        <pc:sldMkLst>
          <pc:docMk/>
          <pc:sldMk cId="1164771144" sldId="261"/>
        </pc:sldMkLst>
        <pc:spChg chg="mod">
          <ac:chgData name="Nathan Stechschulte" userId="S::nstechschulte@unomaha.edu::09d62183-fe8f-45ba-a25e-1596ecd90472" providerId="AD" clId="Web-{2216A656-C326-8033-7280-7F8996294FBC}" dt="2025-02-21T02:57:59.603" v="495" actId="20577"/>
          <ac:spMkLst>
            <pc:docMk/>
            <pc:sldMk cId="1164771144" sldId="261"/>
            <ac:spMk id="3" creationId="{27E7EBC2-6D3C-EAA1-90BE-607A20C76715}"/>
          </ac:spMkLst>
        </pc:spChg>
      </pc:sldChg>
      <pc:sldChg chg="modSp">
        <pc:chgData name="Nathan Stechschulte" userId="S::nstechschulte@unomaha.edu::09d62183-fe8f-45ba-a25e-1596ecd90472" providerId="AD" clId="Web-{2216A656-C326-8033-7280-7F8996294FBC}" dt="2025-02-21T02:38:42.343" v="172" actId="20577"/>
        <pc:sldMkLst>
          <pc:docMk/>
          <pc:sldMk cId="1431684060" sldId="262"/>
        </pc:sldMkLst>
        <pc:spChg chg="mod">
          <ac:chgData name="Nathan Stechschulte" userId="S::nstechschulte@unomaha.edu::09d62183-fe8f-45ba-a25e-1596ecd90472" providerId="AD" clId="Web-{2216A656-C326-8033-7280-7F8996294FBC}" dt="2025-02-21T02:38:42.343" v="172" actId="20577"/>
          <ac:spMkLst>
            <pc:docMk/>
            <pc:sldMk cId="1431684060" sldId="262"/>
            <ac:spMk id="3" creationId="{A3180834-B3F9-03CB-8231-00C6055A9748}"/>
          </ac:spMkLst>
        </pc:spChg>
      </pc:sldChg>
      <pc:sldChg chg="modSp">
        <pc:chgData name="Nathan Stechschulte" userId="S::nstechschulte@unomaha.edu::09d62183-fe8f-45ba-a25e-1596ecd90472" providerId="AD" clId="Web-{2216A656-C326-8033-7280-7F8996294FBC}" dt="2025-02-21T03:02:37.795" v="698" actId="20577"/>
        <pc:sldMkLst>
          <pc:docMk/>
          <pc:sldMk cId="2393778455" sldId="263"/>
        </pc:sldMkLst>
        <pc:spChg chg="mod">
          <ac:chgData name="Nathan Stechschulte" userId="S::nstechschulte@unomaha.edu::09d62183-fe8f-45ba-a25e-1596ecd90472" providerId="AD" clId="Web-{2216A656-C326-8033-7280-7F8996294FBC}" dt="2025-02-21T03:02:37.795" v="698" actId="20577"/>
          <ac:spMkLst>
            <pc:docMk/>
            <pc:sldMk cId="2393778455" sldId="263"/>
            <ac:spMk id="3" creationId="{97A7F396-0FAF-F0D3-1FF7-C87D85FE0032}"/>
          </ac:spMkLst>
        </pc:spChg>
      </pc:sldChg>
      <pc:sldChg chg="addSp modSp new">
        <pc:chgData name="Nathan Stechschulte" userId="S::nstechschulte@unomaha.edu::09d62183-fe8f-45ba-a25e-1596ecd90472" providerId="AD" clId="Web-{2216A656-C326-8033-7280-7F8996294FBC}" dt="2025-02-21T03:01:46.529" v="692" actId="14100"/>
        <pc:sldMkLst>
          <pc:docMk/>
          <pc:sldMk cId="3291320767" sldId="264"/>
        </pc:sldMkLst>
        <pc:spChg chg="mod">
          <ac:chgData name="Nathan Stechschulte" userId="S::nstechschulte@unomaha.edu::09d62183-fe8f-45ba-a25e-1596ecd90472" providerId="AD" clId="Web-{2216A656-C326-8033-7280-7F8996294FBC}" dt="2025-02-21T03:01:15.685" v="649" actId="20577"/>
          <ac:spMkLst>
            <pc:docMk/>
            <pc:sldMk cId="3291320767" sldId="264"/>
            <ac:spMk id="2" creationId="{E1DC2A56-ED64-FE0C-59D5-A51429822294}"/>
          </ac:spMkLst>
        </pc:spChg>
        <pc:spChg chg="mod">
          <ac:chgData name="Nathan Stechschulte" userId="S::nstechschulte@unomaha.edu::09d62183-fe8f-45ba-a25e-1596ecd90472" providerId="AD" clId="Web-{2216A656-C326-8033-7280-7F8996294FBC}" dt="2025-02-21T03:01:44.186" v="691" actId="20577"/>
          <ac:spMkLst>
            <pc:docMk/>
            <pc:sldMk cId="3291320767" sldId="264"/>
            <ac:spMk id="3" creationId="{E89E6FA3-0D6E-7FB8-EBF8-C05659826FD4}"/>
          </ac:spMkLst>
        </pc:spChg>
        <pc:picChg chg="add mod">
          <ac:chgData name="Nathan Stechschulte" userId="S::nstechschulte@unomaha.edu::09d62183-fe8f-45ba-a25e-1596ecd90472" providerId="AD" clId="Web-{2216A656-C326-8033-7280-7F8996294FBC}" dt="2025-02-21T03:01:46.529" v="692" actId="14100"/>
          <ac:picMkLst>
            <pc:docMk/>
            <pc:sldMk cId="3291320767" sldId="264"/>
            <ac:picMk id="4" creationId="{B108F80D-B318-4F41-3EC3-34E91ED49506}"/>
          </ac:picMkLst>
        </pc:picChg>
      </pc:sldChg>
    </pc:docChg>
  </pc:docChgLst>
  <pc:docChgLst>
    <pc:chgData name="Nathan Stechschulte" userId="S::nstechschulte@unomaha.edu::09d62183-fe8f-45ba-a25e-1596ecd90472" providerId="AD" clId="Web-{0728EF96-7EE6-16A4-F42F-A070B9BA7D32}"/>
    <pc:docChg chg="mod addSld delSld modSld">
      <pc:chgData name="Nathan Stechschulte" userId="S::nstechschulte@unomaha.edu::09d62183-fe8f-45ba-a25e-1596ecd90472" providerId="AD" clId="Web-{0728EF96-7EE6-16A4-F42F-A070B9BA7D32}" dt="2025-02-23T20:05:53.990" v="858" actId="20577"/>
      <pc:docMkLst>
        <pc:docMk/>
      </pc:docMkLst>
      <pc:sldChg chg="addSp delSp modSp">
        <pc:chgData name="Nathan Stechschulte" userId="S::nstechschulte@unomaha.edu::09d62183-fe8f-45ba-a25e-1596ecd90472" providerId="AD" clId="Web-{0728EF96-7EE6-16A4-F42F-A070B9BA7D32}" dt="2025-02-23T20:01:08.572" v="831"/>
        <pc:sldMkLst>
          <pc:docMk/>
          <pc:sldMk cId="2519058093" sldId="257"/>
        </pc:sldMkLst>
        <pc:spChg chg="mod">
          <ac:chgData name="Nathan Stechschulte" userId="S::nstechschulte@unomaha.edu::09d62183-fe8f-45ba-a25e-1596ecd90472" providerId="AD" clId="Web-{0728EF96-7EE6-16A4-F42F-A070B9BA7D32}" dt="2025-02-23T18:57:17.120" v="16" actId="20577"/>
          <ac:spMkLst>
            <pc:docMk/>
            <pc:sldMk cId="2519058093" sldId="257"/>
            <ac:spMk id="3" creationId="{3E0A00A0-90F4-E3F0-D145-0585AF91FCA3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20:00:56.118" v="825" actId="14100"/>
          <ac:spMkLst>
            <pc:docMk/>
            <pc:sldMk cId="2519058093" sldId="257"/>
            <ac:spMk id="4" creationId="{217E523D-FE1E-0722-4C8F-6269CFD618F9}"/>
          </ac:spMkLst>
        </pc:spChg>
        <pc:spChg chg="add del">
          <ac:chgData name="Nathan Stechschulte" userId="S::nstechschulte@unomaha.edu::09d62183-fe8f-45ba-a25e-1596ecd90472" providerId="AD" clId="Web-{0728EF96-7EE6-16A4-F42F-A070B9BA7D32}" dt="2025-02-23T20:01:08.572" v="831"/>
          <ac:spMkLst>
            <pc:docMk/>
            <pc:sldMk cId="2519058093" sldId="257"/>
            <ac:spMk id="5" creationId="{CFDEF659-087E-772F-BD72-61F4E5C7AAC5}"/>
          </ac:spMkLst>
        </pc:spChg>
      </pc:sldChg>
      <pc:sldChg chg="addSp modSp modCm">
        <pc:chgData name="Nathan Stechschulte" userId="S::nstechschulte@unomaha.edu::09d62183-fe8f-45ba-a25e-1596ecd90472" providerId="AD" clId="Web-{0728EF96-7EE6-16A4-F42F-A070B9BA7D32}" dt="2025-02-23T20:04:42.156" v="853" actId="20577"/>
        <pc:sldMkLst>
          <pc:docMk/>
          <pc:sldMk cId="918019604" sldId="258"/>
        </pc:sldMkLst>
        <pc:spChg chg="mod">
          <ac:chgData name="Nathan Stechschulte" userId="S::nstechschulte@unomaha.edu::09d62183-fe8f-45ba-a25e-1596ecd90472" providerId="AD" clId="Web-{0728EF96-7EE6-16A4-F42F-A070B9BA7D32}" dt="2025-02-23T19:57:40.801" v="812" actId="20577"/>
          <ac:spMkLst>
            <pc:docMk/>
            <pc:sldMk cId="918019604" sldId="258"/>
            <ac:spMk id="3" creationId="{617B804F-588B-1269-7840-183C42A8D3AD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20:04:42.156" v="853" actId="20577"/>
          <ac:spMkLst>
            <pc:docMk/>
            <pc:sldMk cId="918019604" sldId="258"/>
            <ac:spMk id="5" creationId="{F3B76E5D-8B98-F120-0D68-0555B45D39C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athan Stechschulte" userId="S::nstechschulte@unomaha.edu::09d62183-fe8f-45ba-a25e-1596ecd90472" providerId="AD" clId="Web-{0728EF96-7EE6-16A4-F42F-A070B9BA7D32}" dt="2025-02-23T19:39:40.955" v="325" actId="20577"/>
              <pc2:cmMkLst xmlns:pc2="http://schemas.microsoft.com/office/powerpoint/2019/9/main/command">
                <pc:docMk/>
                <pc:sldMk cId="918019604" sldId="258"/>
                <pc2:cmMk id="{6A2A2FC9-CED0-4371-A02E-B7454CE182F6}"/>
              </pc2:cmMkLst>
            </pc226:cmChg>
          </p:ext>
        </pc:extLst>
      </pc:sldChg>
      <pc:sldChg chg="addSp modSp">
        <pc:chgData name="Nathan Stechschulte" userId="S::nstechschulte@unomaha.edu::09d62183-fe8f-45ba-a25e-1596ecd90472" providerId="AD" clId="Web-{0728EF96-7EE6-16A4-F42F-A070B9BA7D32}" dt="2025-02-23T20:02:17.120" v="840" actId="20577"/>
        <pc:sldMkLst>
          <pc:docMk/>
          <pc:sldMk cId="32948939" sldId="259"/>
        </pc:sldMkLst>
        <pc:spChg chg="mod">
          <ac:chgData name="Nathan Stechschulte" userId="S::nstechschulte@unomaha.edu::09d62183-fe8f-45ba-a25e-1596ecd90472" providerId="AD" clId="Web-{0728EF96-7EE6-16A4-F42F-A070B9BA7D32}" dt="2025-02-23T19:42:03.833" v="433" actId="14100"/>
          <ac:spMkLst>
            <pc:docMk/>
            <pc:sldMk cId="32948939" sldId="259"/>
            <ac:spMk id="3" creationId="{842E3D31-CD4A-2470-2D1A-FA3577EDA831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20:02:17.120" v="840" actId="20577"/>
          <ac:spMkLst>
            <pc:docMk/>
            <pc:sldMk cId="32948939" sldId="259"/>
            <ac:spMk id="5" creationId="{374B4E7E-648C-B24F-3FDC-8CA6FA28423E}"/>
          </ac:spMkLst>
        </pc:spChg>
      </pc:sldChg>
      <pc:sldChg chg="addSp modSp">
        <pc:chgData name="Nathan Stechschulte" userId="S::nstechschulte@unomaha.edu::09d62183-fe8f-45ba-a25e-1596ecd90472" providerId="AD" clId="Web-{0728EF96-7EE6-16A4-F42F-A070B9BA7D32}" dt="2025-02-23T20:05:37.036" v="854"/>
        <pc:sldMkLst>
          <pc:docMk/>
          <pc:sldMk cId="3761278599" sldId="260"/>
        </pc:sldMkLst>
        <pc:spChg chg="mod">
          <ac:chgData name="Nathan Stechschulte" userId="S::nstechschulte@unomaha.edu::09d62183-fe8f-45ba-a25e-1596ecd90472" providerId="AD" clId="Web-{0728EF96-7EE6-16A4-F42F-A070B9BA7D32}" dt="2025-02-23T19:53:05.121" v="641" actId="20577"/>
          <ac:spMkLst>
            <pc:docMk/>
            <pc:sldMk cId="3761278599" sldId="260"/>
            <ac:spMk id="3" creationId="{297A7E9D-EE5A-0583-9159-8B575E574FF9}"/>
          </ac:spMkLst>
        </pc:spChg>
        <pc:spChg chg="add">
          <ac:chgData name="Nathan Stechschulte" userId="S::nstechschulte@unomaha.edu::09d62183-fe8f-45ba-a25e-1596ecd90472" providerId="AD" clId="Web-{0728EF96-7EE6-16A4-F42F-A070B9BA7D32}" dt="2025-02-23T20:05:37.036" v="854"/>
          <ac:spMkLst>
            <pc:docMk/>
            <pc:sldMk cId="3761278599" sldId="260"/>
            <ac:spMk id="5" creationId="{4BC231DC-3F9B-EF15-15E0-220E49DC9E5E}"/>
          </ac:spMkLst>
        </pc:spChg>
      </pc:sldChg>
      <pc:sldChg chg="addSp modSp">
        <pc:chgData name="Nathan Stechschulte" userId="S::nstechschulte@unomaha.edu::09d62183-fe8f-45ba-a25e-1596ecd90472" providerId="AD" clId="Web-{0728EF96-7EE6-16A4-F42F-A070B9BA7D32}" dt="2025-02-23T20:05:53.990" v="858" actId="20577"/>
        <pc:sldMkLst>
          <pc:docMk/>
          <pc:sldMk cId="1164771144" sldId="261"/>
        </pc:sldMkLst>
        <pc:spChg chg="mod">
          <ac:chgData name="Nathan Stechschulte" userId="S::nstechschulte@unomaha.edu::09d62183-fe8f-45ba-a25e-1596ecd90472" providerId="AD" clId="Web-{0728EF96-7EE6-16A4-F42F-A070B9BA7D32}" dt="2025-02-23T19:57:28.972" v="787" actId="20577"/>
          <ac:spMkLst>
            <pc:docMk/>
            <pc:sldMk cId="1164771144" sldId="261"/>
            <ac:spMk id="3" creationId="{27E7EBC2-6D3C-EAA1-90BE-607A20C76715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20:05:53.990" v="858" actId="20577"/>
          <ac:spMkLst>
            <pc:docMk/>
            <pc:sldMk cId="1164771144" sldId="261"/>
            <ac:spMk id="5" creationId="{F1BD5300-8134-F739-7FF9-45D71D426D06}"/>
          </ac:spMkLst>
        </pc:spChg>
      </pc:sldChg>
      <pc:sldChg chg="addSp delSp modSp">
        <pc:chgData name="Nathan Stechschulte" userId="S::nstechschulte@unomaha.edu::09d62183-fe8f-45ba-a25e-1596ecd90472" providerId="AD" clId="Web-{0728EF96-7EE6-16A4-F42F-A070B9BA7D32}" dt="2025-02-23T20:03:51.592" v="849" actId="20577"/>
        <pc:sldMkLst>
          <pc:docMk/>
          <pc:sldMk cId="1431684060" sldId="262"/>
        </pc:sldMkLst>
        <pc:spChg chg="mod">
          <ac:chgData name="Nathan Stechschulte" userId="S::nstechschulte@unomaha.edu::09d62183-fe8f-45ba-a25e-1596ecd90472" providerId="AD" clId="Web-{0728EF96-7EE6-16A4-F42F-A070B9BA7D32}" dt="2025-02-23T20:03:46.436" v="847" actId="20577"/>
          <ac:spMkLst>
            <pc:docMk/>
            <pc:sldMk cId="1431684060" sldId="262"/>
            <ac:spMk id="3" creationId="{A3180834-B3F9-03CB-8231-00C6055A9748}"/>
          </ac:spMkLst>
        </pc:spChg>
        <pc:spChg chg="add del mod">
          <ac:chgData name="Nathan Stechschulte" userId="S::nstechschulte@unomaha.edu::09d62183-fe8f-45ba-a25e-1596ecd90472" providerId="AD" clId="Web-{0728EF96-7EE6-16A4-F42F-A070B9BA7D32}" dt="2025-02-23T20:03:25.857" v="842"/>
          <ac:spMkLst>
            <pc:docMk/>
            <pc:sldMk cId="1431684060" sldId="262"/>
            <ac:spMk id="5" creationId="{3EF25C77-7B29-2A0E-BF96-90AD40C0793E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20:03:51.592" v="849" actId="20577"/>
          <ac:spMkLst>
            <pc:docMk/>
            <pc:sldMk cId="1431684060" sldId="262"/>
            <ac:spMk id="7" creationId="{97EB360D-99B1-7074-2D02-5E037E1B0E9E}"/>
          </ac:spMkLst>
        </pc:spChg>
      </pc:sldChg>
      <pc:sldChg chg="addSp modSp">
        <pc:chgData name="Nathan Stechschulte" userId="S::nstechschulte@unomaha.edu::09d62183-fe8f-45ba-a25e-1596ecd90472" providerId="AD" clId="Web-{0728EF96-7EE6-16A4-F42F-A070B9BA7D32}" dt="2025-02-23T20:04:01.624" v="850"/>
        <pc:sldMkLst>
          <pc:docMk/>
          <pc:sldMk cId="2393778455" sldId="263"/>
        </pc:sldMkLst>
        <pc:spChg chg="mod">
          <ac:chgData name="Nathan Stechschulte" userId="S::nstechschulte@unomaha.edu::09d62183-fe8f-45ba-a25e-1596ecd90472" providerId="AD" clId="Web-{0728EF96-7EE6-16A4-F42F-A070B9BA7D32}" dt="2025-02-23T19:21:20.500" v="74" actId="20577"/>
          <ac:spMkLst>
            <pc:docMk/>
            <pc:sldMk cId="2393778455" sldId="263"/>
            <ac:spMk id="3" creationId="{97A7F396-0FAF-F0D3-1FF7-C87D85FE0032}"/>
          </ac:spMkLst>
        </pc:spChg>
        <pc:spChg chg="add">
          <ac:chgData name="Nathan Stechschulte" userId="S::nstechschulte@unomaha.edu::09d62183-fe8f-45ba-a25e-1596ecd90472" providerId="AD" clId="Web-{0728EF96-7EE6-16A4-F42F-A070B9BA7D32}" dt="2025-02-23T20:04:01.624" v="850"/>
          <ac:spMkLst>
            <pc:docMk/>
            <pc:sldMk cId="2393778455" sldId="263"/>
            <ac:spMk id="5" creationId="{53D64231-1852-2BE5-717A-DF66AD08F5E4}"/>
          </ac:spMkLst>
        </pc:spChg>
      </pc:sldChg>
      <pc:sldChg chg="addSp modSp">
        <pc:chgData name="Nathan Stechschulte" userId="S::nstechschulte@unomaha.edu::09d62183-fe8f-45ba-a25e-1596ecd90472" providerId="AD" clId="Web-{0728EF96-7EE6-16A4-F42F-A070B9BA7D32}" dt="2025-02-23T20:01:57.120" v="837"/>
        <pc:sldMkLst>
          <pc:docMk/>
          <pc:sldMk cId="3291320767" sldId="264"/>
        </pc:sldMkLst>
        <pc:spChg chg="mod">
          <ac:chgData name="Nathan Stechschulte" userId="S::nstechschulte@unomaha.edu::09d62183-fe8f-45ba-a25e-1596ecd90472" providerId="AD" clId="Web-{0728EF96-7EE6-16A4-F42F-A070B9BA7D32}" dt="2025-02-23T19:55:23.922" v="753" actId="20577"/>
          <ac:spMkLst>
            <pc:docMk/>
            <pc:sldMk cId="3291320767" sldId="264"/>
            <ac:spMk id="3" creationId="{E89E6FA3-0D6E-7FB8-EBF8-C05659826FD4}"/>
          </ac:spMkLst>
        </pc:spChg>
        <pc:spChg chg="add">
          <ac:chgData name="Nathan Stechschulte" userId="S::nstechschulte@unomaha.edu::09d62183-fe8f-45ba-a25e-1596ecd90472" providerId="AD" clId="Web-{0728EF96-7EE6-16A4-F42F-A070B9BA7D32}" dt="2025-02-23T20:01:57.120" v="837"/>
          <ac:spMkLst>
            <pc:docMk/>
            <pc:sldMk cId="3291320767" sldId="264"/>
            <ac:spMk id="6" creationId="{EAB9496E-38B4-16FE-4B24-D675009D276C}"/>
          </ac:spMkLst>
        </pc:spChg>
        <pc:picChg chg="mod">
          <ac:chgData name="Nathan Stechschulte" userId="S::nstechschulte@unomaha.edu::09d62183-fe8f-45ba-a25e-1596ecd90472" providerId="AD" clId="Web-{0728EF96-7EE6-16A4-F42F-A070B9BA7D32}" dt="2025-02-23T19:53:16.590" v="642" actId="14100"/>
          <ac:picMkLst>
            <pc:docMk/>
            <pc:sldMk cId="3291320767" sldId="264"/>
            <ac:picMk id="4" creationId="{B108F80D-B318-4F41-3EC3-34E91ED49506}"/>
          </ac:picMkLst>
        </pc:picChg>
      </pc:sldChg>
      <pc:sldChg chg="addSp modSp">
        <pc:chgData name="Nathan Stechschulte" userId="S::nstechschulte@unomaha.edu::09d62183-fe8f-45ba-a25e-1596ecd90472" providerId="AD" clId="Web-{0728EF96-7EE6-16A4-F42F-A070B9BA7D32}" dt="2025-02-23T20:04:21.640" v="851"/>
        <pc:sldMkLst>
          <pc:docMk/>
          <pc:sldMk cId="1470724434" sldId="266"/>
        </pc:sldMkLst>
        <pc:spChg chg="mod">
          <ac:chgData name="Nathan Stechschulte" userId="S::nstechschulte@unomaha.edu::09d62183-fe8f-45ba-a25e-1596ecd90472" providerId="AD" clId="Web-{0728EF96-7EE6-16A4-F42F-A070B9BA7D32}" dt="2025-02-23T18:58:55.232" v="18" actId="20577"/>
          <ac:spMkLst>
            <pc:docMk/>
            <pc:sldMk cId="1470724434" sldId="266"/>
            <ac:spMk id="3" creationId="{3C7D626C-B864-5B79-E76A-8B87FF039900}"/>
          </ac:spMkLst>
        </pc:spChg>
        <pc:spChg chg="add">
          <ac:chgData name="Nathan Stechschulte" userId="S::nstechschulte@unomaha.edu::09d62183-fe8f-45ba-a25e-1596ecd90472" providerId="AD" clId="Web-{0728EF96-7EE6-16A4-F42F-A070B9BA7D32}" dt="2025-02-23T20:04:21.640" v="851"/>
          <ac:spMkLst>
            <pc:docMk/>
            <pc:sldMk cId="1470724434" sldId="266"/>
            <ac:spMk id="5" creationId="{2BFA3E12-D721-8B1A-ADEA-C111818D2AD9}"/>
          </ac:spMkLst>
        </pc:spChg>
      </pc:sldChg>
      <pc:sldChg chg="addSp delSp modSp">
        <pc:chgData name="Nathan Stechschulte" userId="S::nstechschulte@unomaha.edu::09d62183-fe8f-45ba-a25e-1596ecd90472" providerId="AD" clId="Web-{0728EF96-7EE6-16A4-F42F-A070B9BA7D32}" dt="2025-02-23T20:01:12.181" v="832"/>
        <pc:sldMkLst>
          <pc:docMk/>
          <pc:sldMk cId="78121319" sldId="267"/>
        </pc:sldMkLst>
        <pc:spChg chg="mod">
          <ac:chgData name="Nathan Stechschulte" userId="S::nstechschulte@unomaha.edu::09d62183-fe8f-45ba-a25e-1596ecd90472" providerId="AD" clId="Web-{0728EF96-7EE6-16A4-F42F-A070B9BA7D32}" dt="2025-02-23T19:00:27.468" v="22" actId="20577"/>
          <ac:spMkLst>
            <pc:docMk/>
            <pc:sldMk cId="78121319" sldId="267"/>
            <ac:spMk id="3" creationId="{CBA11C67-7D19-E7FD-2529-DD7480B7A774}"/>
          </ac:spMkLst>
        </pc:spChg>
        <pc:spChg chg="add del mod">
          <ac:chgData name="Nathan Stechschulte" userId="S::nstechschulte@unomaha.edu::09d62183-fe8f-45ba-a25e-1596ecd90472" providerId="AD" clId="Web-{0728EF96-7EE6-16A4-F42F-A070B9BA7D32}" dt="2025-02-23T20:01:03.290" v="829"/>
          <ac:spMkLst>
            <pc:docMk/>
            <pc:sldMk cId="78121319" sldId="267"/>
            <ac:spMk id="4" creationId="{56C3890F-563B-1078-3A7F-7F84F8A3DEE6}"/>
          </ac:spMkLst>
        </pc:spChg>
        <pc:spChg chg="add">
          <ac:chgData name="Nathan Stechschulte" userId="S::nstechschulte@unomaha.edu::09d62183-fe8f-45ba-a25e-1596ecd90472" providerId="AD" clId="Web-{0728EF96-7EE6-16A4-F42F-A070B9BA7D32}" dt="2025-02-23T20:01:12.181" v="832"/>
          <ac:spMkLst>
            <pc:docMk/>
            <pc:sldMk cId="78121319" sldId="267"/>
            <ac:spMk id="6" creationId="{1DEB1408-DF74-1B56-F329-B7D941D74E32}"/>
          </ac:spMkLst>
        </pc:spChg>
      </pc:sldChg>
      <pc:sldChg chg="addSp modSp">
        <pc:chgData name="Nathan Stechschulte" userId="S::nstechschulte@unomaha.edu::09d62183-fe8f-45ba-a25e-1596ecd90472" providerId="AD" clId="Web-{0728EF96-7EE6-16A4-F42F-A070B9BA7D32}" dt="2025-02-23T20:01:44.291" v="835" actId="20577"/>
        <pc:sldMkLst>
          <pc:docMk/>
          <pc:sldMk cId="1659039448" sldId="268"/>
        </pc:sldMkLst>
        <pc:spChg chg="mod">
          <ac:chgData name="Nathan Stechschulte" userId="S::nstechschulte@unomaha.edu::09d62183-fe8f-45ba-a25e-1596ecd90472" providerId="AD" clId="Web-{0728EF96-7EE6-16A4-F42F-A070B9BA7D32}" dt="2025-02-23T19:01:20.017" v="27" actId="20577"/>
          <ac:spMkLst>
            <pc:docMk/>
            <pc:sldMk cId="1659039448" sldId="268"/>
            <ac:spMk id="3" creationId="{EEB0BFC3-F14B-A276-E2E0-A747463074A0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20:01:44.291" v="835" actId="20577"/>
          <ac:spMkLst>
            <pc:docMk/>
            <pc:sldMk cId="1659039448" sldId="268"/>
            <ac:spMk id="5" creationId="{D1FB24D3-DA13-588A-50E7-61B08DA40C86}"/>
          </ac:spMkLst>
        </pc:spChg>
      </pc:sldChg>
      <pc:sldChg chg="addSp modSp addAnim">
        <pc:chgData name="Nathan Stechschulte" userId="S::nstechschulte@unomaha.edu::09d62183-fe8f-45ba-a25e-1596ecd90472" providerId="AD" clId="Web-{0728EF96-7EE6-16A4-F42F-A070B9BA7D32}" dt="2025-02-23T20:02:03.917" v="838"/>
        <pc:sldMkLst>
          <pc:docMk/>
          <pc:sldMk cId="148543798" sldId="269"/>
        </pc:sldMkLst>
        <pc:spChg chg="add mod">
          <ac:chgData name="Nathan Stechschulte" userId="S::nstechschulte@unomaha.edu::09d62183-fe8f-45ba-a25e-1596ecd90472" providerId="AD" clId="Web-{0728EF96-7EE6-16A4-F42F-A070B9BA7D32}" dt="2025-02-23T19:44:24.009" v="439"/>
          <ac:spMkLst>
            <pc:docMk/>
            <pc:sldMk cId="148543798" sldId="269"/>
            <ac:spMk id="5" creationId="{056FF7BF-07E9-2816-A4DB-5567D3939148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19:45:09.404" v="459" actId="1076"/>
          <ac:spMkLst>
            <pc:docMk/>
            <pc:sldMk cId="148543798" sldId="269"/>
            <ac:spMk id="7" creationId="{CCD1CDD1-FFB8-2CB7-9A5D-07DC9BF4D541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19:45:01.357" v="457" actId="20577"/>
          <ac:spMkLst>
            <pc:docMk/>
            <pc:sldMk cId="148543798" sldId="269"/>
            <ac:spMk id="8" creationId="{D7E9067E-0A6F-D5A2-3B9B-9C7AA5FB3AFF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19:45:20.139" v="462" actId="1076"/>
          <ac:spMkLst>
            <pc:docMk/>
            <pc:sldMk cId="148543798" sldId="269"/>
            <ac:spMk id="9" creationId="{FCF53BB7-2C57-6D8C-E0D8-F53857190471}"/>
          </ac:spMkLst>
        </pc:spChg>
        <pc:spChg chg="add">
          <ac:chgData name="Nathan Stechschulte" userId="S::nstechschulte@unomaha.edu::09d62183-fe8f-45ba-a25e-1596ecd90472" providerId="AD" clId="Web-{0728EF96-7EE6-16A4-F42F-A070B9BA7D32}" dt="2025-02-23T20:02:03.917" v="838"/>
          <ac:spMkLst>
            <pc:docMk/>
            <pc:sldMk cId="148543798" sldId="269"/>
            <ac:spMk id="11" creationId="{A9928FED-5E1E-5ED6-77D9-48C13FC54766}"/>
          </ac:spMkLst>
        </pc:spChg>
        <pc:picChg chg="mod">
          <ac:chgData name="Nathan Stechschulte" userId="S::nstechschulte@unomaha.edu::09d62183-fe8f-45ba-a25e-1596ecd90472" providerId="AD" clId="Web-{0728EF96-7EE6-16A4-F42F-A070B9BA7D32}" dt="2025-02-23T19:44:33.622" v="443" actId="1076"/>
          <ac:picMkLst>
            <pc:docMk/>
            <pc:sldMk cId="148543798" sldId="269"/>
            <ac:picMk id="4" creationId="{4EFAEBB8-7EEF-23C9-C568-59C9A4C15F2F}"/>
          </ac:picMkLst>
        </pc:picChg>
      </pc:sldChg>
      <pc:sldChg chg="addSp modSp">
        <pc:chgData name="Nathan Stechschulte" userId="S::nstechschulte@unomaha.edu::09d62183-fe8f-45ba-a25e-1596ecd90472" providerId="AD" clId="Web-{0728EF96-7EE6-16A4-F42F-A070B9BA7D32}" dt="2025-02-23T20:01:15.994" v="833"/>
        <pc:sldMkLst>
          <pc:docMk/>
          <pc:sldMk cId="1993476684" sldId="270"/>
        </pc:sldMkLst>
        <pc:spChg chg="mod">
          <ac:chgData name="Nathan Stechschulte" userId="S::nstechschulte@unomaha.edu::09d62183-fe8f-45ba-a25e-1596ecd90472" providerId="AD" clId="Web-{0728EF96-7EE6-16A4-F42F-A070B9BA7D32}" dt="2025-02-23T19:12:58.534" v="39" actId="20577"/>
          <ac:spMkLst>
            <pc:docMk/>
            <pc:sldMk cId="1993476684" sldId="270"/>
            <ac:spMk id="3" creationId="{DB772EA9-6B3F-36F0-8670-A253148D4F72}"/>
          </ac:spMkLst>
        </pc:spChg>
        <pc:spChg chg="add">
          <ac:chgData name="Nathan Stechschulte" userId="S::nstechschulte@unomaha.edu::09d62183-fe8f-45ba-a25e-1596ecd90472" providerId="AD" clId="Web-{0728EF96-7EE6-16A4-F42F-A070B9BA7D32}" dt="2025-02-23T20:01:15.994" v="833"/>
          <ac:spMkLst>
            <pc:docMk/>
            <pc:sldMk cId="1993476684" sldId="270"/>
            <ac:spMk id="5" creationId="{33910875-A5D1-5E04-F1C1-763E46EFD149}"/>
          </ac:spMkLst>
        </pc:spChg>
      </pc:sldChg>
      <pc:sldChg chg="addSp modSp new">
        <pc:chgData name="Nathan Stechschulte" userId="S::nstechschulte@unomaha.edu::09d62183-fe8f-45ba-a25e-1596ecd90472" providerId="AD" clId="Web-{0728EF96-7EE6-16A4-F42F-A070B9BA7D32}" dt="2025-02-23T20:05:40.286" v="856" actId="20577"/>
        <pc:sldMkLst>
          <pc:docMk/>
          <pc:sldMk cId="370949318" sldId="271"/>
        </pc:sldMkLst>
        <pc:spChg chg="mod">
          <ac:chgData name="Nathan Stechschulte" userId="S::nstechschulte@unomaha.edu::09d62183-fe8f-45ba-a25e-1596ecd90472" providerId="AD" clId="Web-{0728EF96-7EE6-16A4-F42F-A070B9BA7D32}" dt="2025-02-23T19:47:10.908" v="477" actId="20577"/>
          <ac:spMkLst>
            <pc:docMk/>
            <pc:sldMk cId="370949318" sldId="271"/>
            <ac:spMk id="2" creationId="{1FB686F2-AF53-D8B7-0D99-EF0F96E67698}"/>
          </ac:spMkLst>
        </pc:spChg>
        <pc:spChg chg="mod">
          <ac:chgData name="Nathan Stechschulte" userId="S::nstechschulte@unomaha.edu::09d62183-fe8f-45ba-a25e-1596ecd90472" providerId="AD" clId="Web-{0728EF96-7EE6-16A4-F42F-A070B9BA7D32}" dt="2025-02-23T19:56:29.955" v="778" actId="20577"/>
          <ac:spMkLst>
            <pc:docMk/>
            <pc:sldMk cId="370949318" sldId="271"/>
            <ac:spMk id="3" creationId="{375A8246-359F-0C6A-265E-67977160AE6A}"/>
          </ac:spMkLst>
        </pc:spChg>
        <pc:spChg chg="add mod">
          <ac:chgData name="Nathan Stechschulte" userId="S::nstechschulte@unomaha.edu::09d62183-fe8f-45ba-a25e-1596ecd90472" providerId="AD" clId="Web-{0728EF96-7EE6-16A4-F42F-A070B9BA7D32}" dt="2025-02-23T20:05:40.286" v="856" actId="20577"/>
          <ac:spMkLst>
            <pc:docMk/>
            <pc:sldMk cId="370949318" sldId="271"/>
            <ac:spMk id="5" creationId="{F20CD6B1-9BCB-F588-45B6-7011CDCBB1BE}"/>
          </ac:spMkLst>
        </pc:spChg>
      </pc:sldChg>
      <pc:sldChg chg="new del">
        <pc:chgData name="Nathan Stechschulte" userId="S::nstechschulte@unomaha.edu::09d62183-fe8f-45ba-a25e-1596ecd90472" providerId="AD" clId="Web-{0728EF96-7EE6-16A4-F42F-A070B9BA7D32}" dt="2025-02-23T18:55:28.331" v="14"/>
        <pc:sldMkLst>
          <pc:docMk/>
          <pc:sldMk cId="1408631668" sldId="271"/>
        </pc:sldMkLst>
      </pc:sldChg>
    </pc:docChg>
  </pc:docChgLst>
  <pc:docChgLst>
    <pc:chgData name="Shane Ellis" userId="S::shaneellis@unomaha.edu::1b0958ef-a981-4613-912d-4444753b228c" providerId="AD" clId="Web-{D6FE0062-FEE9-4295-2073-B43FE78B0E32}"/>
    <pc:docChg chg="modSld">
      <pc:chgData name="Shane Ellis" userId="S::shaneellis@unomaha.edu::1b0958ef-a981-4613-912d-4444753b228c" providerId="AD" clId="Web-{D6FE0062-FEE9-4295-2073-B43FE78B0E32}" dt="2025-02-23T03:25:08.568" v="432" actId="20577"/>
      <pc:docMkLst>
        <pc:docMk/>
      </pc:docMkLst>
      <pc:sldChg chg="modSp">
        <pc:chgData name="Shane Ellis" userId="S::shaneellis@unomaha.edu::1b0958ef-a981-4613-912d-4444753b228c" providerId="AD" clId="Web-{D6FE0062-FEE9-4295-2073-B43FE78B0E32}" dt="2025-02-23T03:25:08.568" v="432" actId="20577"/>
        <pc:sldMkLst>
          <pc:docMk/>
          <pc:sldMk cId="1993476684" sldId="270"/>
        </pc:sldMkLst>
        <pc:spChg chg="mod">
          <ac:chgData name="Shane Ellis" userId="S::shaneellis@unomaha.edu::1b0958ef-a981-4613-912d-4444753b228c" providerId="AD" clId="Web-{D6FE0062-FEE9-4295-2073-B43FE78B0E32}" dt="2025-02-23T03:25:08.568" v="432" actId="20577"/>
          <ac:spMkLst>
            <pc:docMk/>
            <pc:sldMk cId="1993476684" sldId="270"/>
            <ac:spMk id="3" creationId="{DB772EA9-6B3F-36F0-8670-A253148D4F72}"/>
          </ac:spMkLst>
        </pc:spChg>
      </pc:sldChg>
    </pc:docChg>
  </pc:docChgLst>
  <pc:docChgLst>
    <pc:chgData name="Nathan Stechschulte" userId="S::nstechschulte@unomaha.edu::09d62183-fe8f-45ba-a25e-1596ecd90472" providerId="AD" clId="Web-{FB308CA3-22D3-D68D-30CB-BED2AF4E9593}"/>
    <pc:docChg chg="addSld delSld modSld">
      <pc:chgData name="Nathan Stechschulte" userId="S::nstechschulte@unomaha.edu::09d62183-fe8f-45ba-a25e-1596ecd90472" providerId="AD" clId="Web-{FB308CA3-22D3-D68D-30CB-BED2AF4E9593}" dt="2025-05-08T17:58:34.082" v="7"/>
      <pc:docMkLst>
        <pc:docMk/>
      </pc:docMkLst>
      <pc:sldChg chg="modSp add del replId">
        <pc:chgData name="Nathan Stechschulte" userId="S::nstechschulte@unomaha.edu::09d62183-fe8f-45ba-a25e-1596ecd90472" providerId="AD" clId="Web-{FB308CA3-22D3-D68D-30CB-BED2AF4E9593}" dt="2025-05-08T17:58:34.082" v="7"/>
        <pc:sldMkLst>
          <pc:docMk/>
          <pc:sldMk cId="2250635919" sldId="272"/>
        </pc:sldMkLst>
        <pc:spChg chg="mod">
          <ac:chgData name="Nathan Stechschulte" userId="S::nstechschulte@unomaha.edu::09d62183-fe8f-45ba-a25e-1596ecd90472" providerId="AD" clId="Web-{FB308CA3-22D3-D68D-30CB-BED2AF4E9593}" dt="2025-05-08T03:49:55.733" v="4" actId="20577"/>
          <ac:spMkLst>
            <pc:docMk/>
            <pc:sldMk cId="2250635919" sldId="272"/>
            <ac:spMk id="8" creationId="{9433F8A8-B07D-FF67-CF49-836C8F969598}"/>
          </ac:spMkLst>
        </pc:spChg>
        <pc:spChg chg="mod">
          <ac:chgData name="Nathan Stechschulte" userId="S::nstechschulte@unomaha.edu::09d62183-fe8f-45ba-a25e-1596ecd90472" providerId="AD" clId="Web-{FB308CA3-22D3-D68D-30CB-BED2AF4E9593}" dt="2025-05-08T03:49:54.030" v="3" actId="20577"/>
          <ac:spMkLst>
            <pc:docMk/>
            <pc:sldMk cId="2250635919" sldId="272"/>
            <ac:spMk id="9" creationId="{EB964148-9390-A3A7-3754-5383159055F7}"/>
          </ac:spMkLst>
        </pc:spChg>
        <pc:picChg chg="mod">
          <ac:chgData name="Nathan Stechschulte" userId="S::nstechschulte@unomaha.edu::09d62183-fe8f-45ba-a25e-1596ecd90472" providerId="AD" clId="Web-{FB308CA3-22D3-D68D-30CB-BED2AF4E9593}" dt="2025-05-08T03:50:05.843" v="6" actId="1076"/>
          <ac:picMkLst>
            <pc:docMk/>
            <pc:sldMk cId="2250635919" sldId="272"/>
            <ac:picMk id="4" creationId="{C8CCED09-6B02-DBCC-A267-E987B991F46F}"/>
          </ac:picMkLst>
        </pc:picChg>
      </pc:sldChg>
    </pc:docChg>
  </pc:docChgLst>
  <pc:docChgLst>
    <pc:chgData name="Shane Ellis" userId="S::shaneellis@unomaha.edu::1b0958ef-a981-4613-912d-4444753b228c" providerId="AD" clId="Web-{67BFF541-768C-29EB-4E50-F03AB239DC80}"/>
    <pc:docChg chg="modSld">
      <pc:chgData name="Shane Ellis" userId="S::shaneellis@unomaha.edu::1b0958ef-a981-4613-912d-4444753b228c" providerId="AD" clId="Web-{67BFF541-768C-29EB-4E50-F03AB239DC80}" dt="2025-02-23T19:58:25.351" v="134" actId="20577"/>
      <pc:docMkLst>
        <pc:docMk/>
      </pc:docMkLst>
      <pc:sldChg chg="modSp">
        <pc:chgData name="Shane Ellis" userId="S::shaneellis@unomaha.edu::1b0958ef-a981-4613-912d-4444753b228c" providerId="AD" clId="Web-{67BFF541-768C-29EB-4E50-F03AB239DC80}" dt="2025-02-23T19:58:25.351" v="134" actId="20577"/>
        <pc:sldMkLst>
          <pc:docMk/>
          <pc:sldMk cId="1164771144" sldId="261"/>
        </pc:sldMkLst>
        <pc:spChg chg="mod">
          <ac:chgData name="Shane Ellis" userId="S::shaneellis@unomaha.edu::1b0958ef-a981-4613-912d-4444753b228c" providerId="AD" clId="Web-{67BFF541-768C-29EB-4E50-F03AB239DC80}" dt="2025-02-23T19:58:25.351" v="134" actId="20577"/>
          <ac:spMkLst>
            <pc:docMk/>
            <pc:sldMk cId="1164771144" sldId="261"/>
            <ac:spMk id="3" creationId="{27E7EBC2-6D3C-EAA1-90BE-607A20C76715}"/>
          </ac:spMkLst>
        </pc:spChg>
      </pc:sldChg>
      <pc:sldChg chg="modSp">
        <pc:chgData name="Shane Ellis" userId="S::shaneellis@unomaha.edu::1b0958ef-a981-4613-912d-4444753b228c" providerId="AD" clId="Web-{67BFF541-768C-29EB-4E50-F03AB239DC80}" dt="2025-02-23T19:40:51.416" v="19" actId="20577"/>
        <pc:sldMkLst>
          <pc:docMk/>
          <pc:sldMk cId="2393778455" sldId="263"/>
        </pc:sldMkLst>
        <pc:spChg chg="mod">
          <ac:chgData name="Shane Ellis" userId="S::shaneellis@unomaha.edu::1b0958ef-a981-4613-912d-4444753b228c" providerId="AD" clId="Web-{67BFF541-768C-29EB-4E50-F03AB239DC80}" dt="2025-02-23T19:40:51.416" v="19" actId="20577"/>
          <ac:spMkLst>
            <pc:docMk/>
            <pc:sldMk cId="2393778455" sldId="263"/>
            <ac:spMk id="3" creationId="{97A7F396-0FAF-F0D3-1FF7-C87D85FE0032}"/>
          </ac:spMkLst>
        </pc:spChg>
      </pc:sldChg>
      <pc:sldChg chg="modSp">
        <pc:chgData name="Shane Ellis" userId="S::shaneellis@unomaha.edu::1b0958ef-a981-4613-912d-4444753b228c" providerId="AD" clId="Web-{67BFF541-768C-29EB-4E50-F03AB239DC80}" dt="2025-02-23T19:44:54.276" v="21" actId="14100"/>
        <pc:sldMkLst>
          <pc:docMk/>
          <pc:sldMk cId="148543798" sldId="269"/>
        </pc:sldMkLst>
        <pc:spChg chg="mod">
          <ac:chgData name="Shane Ellis" userId="S::shaneellis@unomaha.edu::1b0958ef-a981-4613-912d-4444753b228c" providerId="AD" clId="Web-{67BFF541-768C-29EB-4E50-F03AB239DC80}" dt="2025-02-23T19:44:54.276" v="21" actId="14100"/>
          <ac:spMkLst>
            <pc:docMk/>
            <pc:sldMk cId="148543798" sldId="269"/>
            <ac:spMk id="7" creationId="{CCD1CDD1-FFB8-2CB7-9A5D-07DC9BF4D541}"/>
          </ac:spMkLst>
        </pc:spChg>
      </pc:sldChg>
      <pc:sldChg chg="modSp">
        <pc:chgData name="Shane Ellis" userId="S::shaneellis@unomaha.edu::1b0958ef-a981-4613-912d-4444753b228c" providerId="AD" clId="Web-{67BFF541-768C-29EB-4E50-F03AB239DC80}" dt="2025-02-23T19:56:44.695" v="111" actId="20577"/>
        <pc:sldMkLst>
          <pc:docMk/>
          <pc:sldMk cId="370949318" sldId="271"/>
        </pc:sldMkLst>
        <pc:spChg chg="mod">
          <ac:chgData name="Shane Ellis" userId="S::shaneellis@unomaha.edu::1b0958ef-a981-4613-912d-4444753b228c" providerId="AD" clId="Web-{67BFF541-768C-29EB-4E50-F03AB239DC80}" dt="2025-02-23T19:56:44.695" v="111" actId="20577"/>
          <ac:spMkLst>
            <pc:docMk/>
            <pc:sldMk cId="370949318" sldId="271"/>
            <ac:spMk id="3" creationId="{375A8246-359F-0C6A-265E-67977160AE6A}"/>
          </ac:spMkLst>
        </pc:spChg>
      </pc:sldChg>
    </pc:docChg>
  </pc:docChgLst>
</pc:chgInfo>
</file>

<file path=ppt/comments/modernComment_102_36B7DE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2C8D75-6B92-49FE-B42D-F4B4681E2C25}" authorId="{280AA17F-9C48-B840-594B-F4E22FC6E46D}" created="2025-03-13T13:36:43.809">
    <pc:sldMkLst xmlns:pc="http://schemas.microsoft.com/office/powerpoint/2013/main/command">
      <pc:docMk/>
      <pc:sldMk cId="918019604" sldId="258"/>
    </pc:sldMkLst>
    <p188:txBody>
      <a:bodyPr/>
      <a:lstStyle/>
      <a:p>
        <a:r>
          <a:rPr lang="en-US"/>
          <a:t>If we have to reduce scope, I'd say drop #3 "Can the health..."
And actually all the sub-bullets unless we end up having time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6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7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9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1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9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2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3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2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7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5/8/2025</a:t>
            </a:fld>
            <a:endParaRPr lang="en-US" sz="10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199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l-acm-org.leo.lib.unomaha.edu/doi/10.1145/3524842.352801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hyperlink" Target="https://dl-acm-org.leo.lib.unomaha.edu/doi/10.1145/3597503.362334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zenodo.org/record/3627124" TargetMode="External"/><Relationship Id="rId7" Type="http://schemas.openxmlformats.org/officeDocument/2006/relationships/image" Target="../media/image12.svg"/><Relationship Id="rId2" Type="http://schemas.openxmlformats.org/officeDocument/2006/relationships/hyperlink" Target="https://dl-acm-org.leo.lib.unomaha.edu/doi/10.1145/3379597.338749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ieeexplore-ieee-org.leo.lib.unomaha.edu/document/994172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dl-acm-org.leo.lib.unomaha.edu/doi/10.1145/3639475.364011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microsoft.com/office/2018/10/relationships/comments" Target="../comments/modernComment_102_36B7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4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37A1-E763-E6E6-CFAE-09AD05384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-1264"/>
            <a:ext cx="12191998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/>
              <a:t>Project Proposal</a:t>
            </a:r>
            <a:br>
              <a:rPr lang="en-US" sz="4400"/>
            </a:br>
            <a:r>
              <a:rPr lang="en-US" sz="4400"/>
              <a:t>"Monopolizing Conversations: Examining Developer Conversation Participation in Chat Applications"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D8550-2CE9-152E-2039-6F42A3862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8610" y="260756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Shane Ellis</a:t>
            </a:r>
          </a:p>
          <a:p>
            <a:r>
              <a:rPr lang="en-US">
                <a:ea typeface="Calibri"/>
                <a:cs typeface="Calibri"/>
              </a:rPr>
              <a:t>Nathan Stechschulte</a:t>
            </a:r>
          </a:p>
        </p:txBody>
      </p:sp>
      <p:pic>
        <p:nvPicPr>
          <p:cNvPr id="8" name="Picture 7" descr="750+ Left Out Of Conversation Stock Illustrations, Royalty-Free Vector  Graphics &amp; Clip Art - iStock">
            <a:extLst>
              <a:ext uri="{FF2B5EF4-FFF2-40B4-BE49-F238E27FC236}">
                <a16:creationId xmlns:a16="http://schemas.microsoft.com/office/drawing/2014/main" id="{7A80A845-A0E9-2173-9720-6A9FD4413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838" y="3633553"/>
            <a:ext cx="4177205" cy="32200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Monopoly Man - PNG by freechocolates on DeviantArt">
            <a:extLst>
              <a:ext uri="{FF2B5EF4-FFF2-40B4-BE49-F238E27FC236}">
                <a16:creationId xmlns:a16="http://schemas.microsoft.com/office/drawing/2014/main" id="{755FA1AC-6805-DF06-72CF-CED5B3760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010" y="3076536"/>
            <a:ext cx="2743199" cy="377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9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52FA-1163-E802-C3D0-7D1022AC6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Review: Done So Far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A00A0-90F4-E3F0-D145-0585AF91F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70" y="1581210"/>
            <a:ext cx="10925091" cy="492643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200">
                <a:ea typeface="+mn-lt"/>
                <a:cs typeface="+mn-lt"/>
              </a:rPr>
              <a:t>"DISCO: A Dataset of Discord Chat Conversations for Software Engineering Research"</a:t>
            </a:r>
          </a:p>
          <a:p>
            <a:pPr>
              <a:buClr>
                <a:srgbClr val="834A48"/>
              </a:buClr>
            </a:pPr>
            <a:r>
              <a:rPr lang="en-US">
                <a:ea typeface="+mn-lt"/>
                <a:cs typeface="+mn-lt"/>
                <a:hlinkClick r:id="rId2"/>
              </a:rPr>
              <a:t>https://dl-acm-org.leo.lib.unomaha.edu/doi/10.1145/3524842.3528018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Similar related works, including those from authors, explored Slack, IRC, Gitter, Teams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Data collection from </a:t>
            </a:r>
            <a:r>
              <a:rPr lang="en-US" b="1">
                <a:ea typeface="Calibri"/>
                <a:cs typeface="Calibri"/>
              </a:rPr>
              <a:t>four software developer Discord communities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Python, Go, Clojure, and Racket communities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Approximately 11 months of data from Nov. 2019 – Sep./Oct. 2020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JSON files converted to XML format; private information anonymized</a:t>
            </a:r>
          </a:p>
          <a:p>
            <a:pPr>
              <a:buClr>
                <a:srgbClr val="834A48"/>
              </a:buClr>
            </a:pPr>
            <a:r>
              <a:rPr lang="en-US" b="1">
                <a:ea typeface="Calibri"/>
                <a:cs typeface="Calibri"/>
              </a:rPr>
              <a:t>Chat disentanglement technique </a:t>
            </a:r>
            <a:r>
              <a:rPr lang="en-US">
                <a:ea typeface="Calibri"/>
                <a:cs typeface="Calibri"/>
              </a:rPr>
              <a:t>applied to </a:t>
            </a:r>
            <a:r>
              <a:rPr lang="en-US" b="1" u="sng">
                <a:ea typeface="Calibri"/>
                <a:cs typeface="Calibri"/>
              </a:rPr>
              <a:t>manual sample</a:t>
            </a:r>
            <a:r>
              <a:rPr lang="en-US">
                <a:ea typeface="Calibri"/>
                <a:cs typeface="Calibri"/>
              </a:rPr>
              <a:t> of 500 conversations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b="1" u="sng">
                <a:ea typeface="Calibri"/>
                <a:cs typeface="Calibri"/>
              </a:rPr>
              <a:t>Identify relevant discussions</a:t>
            </a:r>
            <a:r>
              <a:rPr lang="en-US">
                <a:ea typeface="Calibri"/>
                <a:cs typeface="Calibri"/>
              </a:rPr>
              <a:t> among the noise of other conversations or messages, F-score of 0.79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Disentanglement method created from past research outings covering other chat applications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LDA Topic modeling used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Top five discussion topics from each community identified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Author stated dataset implications: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Guidance analysis, chatbot ML technique analysis, following </a:t>
            </a:r>
            <a:r>
              <a:rPr lang="en-US" b="1">
                <a:ea typeface="Calibri"/>
                <a:cs typeface="Calibri"/>
              </a:rPr>
              <a:t>chat evolution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E523D-FE1E-0722-4C8F-6269CFD618F9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S</a:t>
            </a:r>
          </a:p>
        </p:txBody>
      </p:sp>
      <p:pic>
        <p:nvPicPr>
          <p:cNvPr id="6" name="Picture 5" descr="A green cable with many wires&#10;&#10;AI-generated content may be incorrect.">
            <a:extLst>
              <a:ext uri="{FF2B5EF4-FFF2-40B4-BE49-F238E27FC236}">
                <a16:creationId xmlns:a16="http://schemas.microsoft.com/office/drawing/2014/main" id="{EF3004FF-B176-BD71-4F0F-6B121F053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917" y="2160728"/>
            <a:ext cx="2913203" cy="21507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1905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BFC45-C110-C19A-8980-FA9AB6E3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1D942-4660-86C3-F89E-66AEEC40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Review: Done So Far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626C-B864-5B79-E76A-8B87FF039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ea typeface="+mn-lt"/>
                <a:cs typeface="+mn-lt"/>
              </a:rPr>
              <a:t>"On the Helpfulness of Answering Developer Questions on Discord with Similar Conversations and Posts from the Past"</a:t>
            </a:r>
          </a:p>
          <a:p>
            <a:pPr>
              <a:buClr>
                <a:srgbClr val="834A48"/>
              </a:buClr>
            </a:pPr>
            <a:r>
              <a:rPr lang="en-US">
                <a:ea typeface="+mn-lt"/>
                <a:cs typeface="+mn-lt"/>
                <a:hlinkClick r:id="rId2"/>
              </a:rPr>
              <a:t>https://dl-acm-org.leo.lib.unomaha.edu/doi/10.1145/3597503.3623341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834A48"/>
              </a:buClr>
            </a:pPr>
            <a:r>
              <a:rPr lang="en-US" b="1">
                <a:solidFill>
                  <a:srgbClr val="412524"/>
                </a:solidFill>
                <a:ea typeface="Calibri"/>
                <a:cs typeface="Calibri"/>
              </a:rPr>
              <a:t>Discord chat platform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Repeated questions 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Approach to </a:t>
            </a:r>
            <a:r>
              <a:rPr lang="en-US" sz="2400" b="1">
                <a:ea typeface="Calibri"/>
                <a:cs typeface="Calibri"/>
              </a:rPr>
              <a:t>automatically identifying the repeated questions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Found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 sz="2000">
                <a:ea typeface="Calibri"/>
                <a:cs typeface="Calibri"/>
              </a:rPr>
              <a:t>40% found suggestion of repeated questions helpful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Suggesting Stack Overflow is more helpful vs prior Discord question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Suggests developers have difficulties describing their problems as search queries vs natural language questions online</a:t>
            </a:r>
          </a:p>
          <a:p>
            <a:pPr>
              <a:buClr>
                <a:srgbClr val="834A48"/>
              </a:buClr>
            </a:pPr>
            <a:endParaRPr lang="en-US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A3E12-D721-8B1A-ADEA-C111818D2AD9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N</a:t>
            </a:r>
          </a:p>
        </p:txBody>
      </p:sp>
      <p:pic>
        <p:nvPicPr>
          <p:cNvPr id="6" name="Picture 5" descr="Discord Logo PNG Vector (AI) Free Download">
            <a:extLst>
              <a:ext uri="{FF2B5EF4-FFF2-40B4-BE49-F238E27FC236}">
                <a16:creationId xmlns:a16="http://schemas.microsoft.com/office/drawing/2014/main" id="{631F66F5-3E2D-884D-E602-D2BCE3356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656" y="2948426"/>
            <a:ext cx="1595921" cy="1046766"/>
          </a:xfrm>
          <a:prstGeom prst="rect">
            <a:avLst/>
          </a:prstGeom>
        </p:spPr>
      </p:pic>
      <p:pic>
        <p:nvPicPr>
          <p:cNvPr id="7" name="Graphic 6" descr="Disk with solid fill">
            <a:extLst>
              <a:ext uri="{FF2B5EF4-FFF2-40B4-BE49-F238E27FC236}">
                <a16:creationId xmlns:a16="http://schemas.microsoft.com/office/drawing/2014/main" id="{1DC8E272-0EEF-9A1B-28B0-7AD774E58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0193" y="4410182"/>
            <a:ext cx="914400" cy="914400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68E71965-1BFB-1BBD-2CC9-9E565D1E8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8529" y="4407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2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20CDE-382B-53BD-7266-B511FEFF4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5A2F-EB36-EF95-DA38-2EB570CE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Review: Done So Far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1C67-7D19-E7FD-2529-DD7480B7A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74" y="1552456"/>
            <a:ext cx="10680676" cy="504145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Clr>
                <a:srgbClr val="834A48"/>
              </a:buClr>
            </a:pPr>
            <a:r>
              <a:rPr lang="en-US" sz="3200">
                <a:ea typeface="+mn-lt"/>
                <a:cs typeface="+mn-lt"/>
              </a:rPr>
              <a:t>"Software-related Slack Chats with Disentangled Conversations"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834A48"/>
              </a:buClr>
            </a:pPr>
            <a:r>
              <a:rPr lang="en-US">
                <a:ea typeface="+mn-lt"/>
                <a:cs typeface="+mn-lt"/>
                <a:hlinkClick r:id="rId2"/>
              </a:rPr>
              <a:t>https://dl-acm-org.leo.lib.unomaha.edu/doi/10.1145/3379597.3387493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834A48"/>
              </a:buClr>
            </a:pPr>
            <a:r>
              <a:rPr lang="en-US">
                <a:ea typeface="+mn-lt"/>
                <a:cs typeface="+mn-lt"/>
                <a:hlinkClick r:id="rId3"/>
              </a:rPr>
              <a:t>https://zenodo.org/record/3627124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Data collection from </a:t>
            </a:r>
            <a:r>
              <a:rPr lang="en-US" b="1">
                <a:ea typeface="Calibri"/>
                <a:cs typeface="Calibri"/>
              </a:rPr>
              <a:t>three software developer Slack communities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Python, Clojure, Elm (two channels)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Two years of data from Jun. 2017 – 2019 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Similar approach to initial interest paper/dataset</a:t>
            </a:r>
          </a:p>
          <a:p>
            <a:pPr lvl="2">
              <a:buClr>
                <a:srgbClr val="834A48"/>
              </a:buClr>
              <a:buFont typeface="Wingdings" panose="020B0604020202020204" pitchFamily="34" charset="0"/>
              <a:buChar char="§"/>
            </a:pPr>
            <a:r>
              <a:rPr lang="en-US">
                <a:ea typeface="Calibri"/>
                <a:cs typeface="Calibri"/>
              </a:rPr>
              <a:t>XML data converted from JSON</a:t>
            </a:r>
          </a:p>
          <a:p>
            <a:pPr>
              <a:buClr>
                <a:srgbClr val="834A48"/>
              </a:buClr>
            </a:pPr>
            <a:r>
              <a:rPr lang="en-US" b="1">
                <a:ea typeface="Calibri"/>
                <a:cs typeface="Calibri"/>
              </a:rPr>
              <a:t>Chat disentanglement technique </a:t>
            </a:r>
            <a:r>
              <a:rPr lang="en-US">
                <a:ea typeface="Calibri"/>
                <a:cs typeface="Calibri"/>
              </a:rPr>
              <a:t>applied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Built upon existing method, modified by authors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Same technique to be adapted for use with Discord dataset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F-score of 0.80, 0.66 with original method</a:t>
            </a:r>
          </a:p>
          <a:p>
            <a:pPr>
              <a:buClr>
                <a:srgbClr val="834A48"/>
              </a:buClr>
            </a:pPr>
            <a:r>
              <a:rPr lang="en-US" b="1">
                <a:ea typeface="Calibri"/>
                <a:cs typeface="Calibri"/>
              </a:rPr>
              <a:t>Metrics Observed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 b="1">
                <a:ea typeface="Calibri"/>
                <a:cs typeface="Calibri"/>
              </a:rPr>
              <a:t>Conversation length, code snippet count, code snippet length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Typical </a:t>
            </a:r>
            <a:r>
              <a:rPr lang="en-US" b="1">
                <a:ea typeface="Calibri"/>
                <a:cs typeface="Calibri"/>
              </a:rPr>
              <a:t>range of 5-7 sentence </a:t>
            </a:r>
            <a:r>
              <a:rPr lang="en-US">
                <a:ea typeface="Calibri"/>
                <a:cs typeface="Calibri"/>
              </a:rPr>
              <a:t>conversations</a:t>
            </a:r>
          </a:p>
          <a:p>
            <a:pPr lvl="1">
              <a:buClr>
                <a:srgbClr val="834A48"/>
              </a:buClr>
              <a:buFont typeface="Courier New,monospace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Code snippets less frequent/smaller in size</a:t>
            </a:r>
          </a:p>
          <a:p>
            <a:pPr lvl="2">
              <a:buClr>
                <a:srgbClr val="834A48"/>
              </a:buClr>
              <a:buFont typeface="Wingdings" panose="020B0604020202020204" pitchFamily="34" charset="0"/>
              <a:buChar char="§"/>
            </a:pPr>
            <a:r>
              <a:rPr lang="en-US">
                <a:ea typeface="Calibri"/>
                <a:cs typeface="Calibri"/>
              </a:rPr>
              <a:t>More popular on Elm, less so for Python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B1408-DF74-1B56-F329-B7D941D74E32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S</a:t>
            </a:r>
          </a:p>
        </p:txBody>
      </p:sp>
      <p:pic>
        <p:nvPicPr>
          <p:cNvPr id="4" name="Graphic 3" descr="Slack Logo PNG Transparent &amp; SVG Vector - Freebie Supply">
            <a:extLst>
              <a:ext uri="{FF2B5EF4-FFF2-40B4-BE49-F238E27FC236}">
                <a16:creationId xmlns:a16="http://schemas.microsoft.com/office/drawing/2014/main" id="{6E8041C1-303F-BB4D-CF39-4FAA54FCE8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8730" y="2612955"/>
            <a:ext cx="2743198" cy="821862"/>
          </a:xfrm>
          <a:prstGeom prst="rect">
            <a:avLst/>
          </a:prstGeom>
        </p:spPr>
      </p:pic>
      <p:pic>
        <p:nvPicPr>
          <p:cNvPr id="5" name="Graphic 4" descr="Chat with solid fill">
            <a:extLst>
              <a:ext uri="{FF2B5EF4-FFF2-40B4-BE49-F238E27FC236}">
                <a16:creationId xmlns:a16="http://schemas.microsoft.com/office/drawing/2014/main" id="{13FFBA40-146B-2410-6BF5-5933EC1D77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96040" y="4765876"/>
            <a:ext cx="914400" cy="914400"/>
          </a:xfrm>
          <a:prstGeom prst="rect">
            <a:avLst/>
          </a:prstGeom>
        </p:spPr>
      </p:pic>
      <p:pic>
        <p:nvPicPr>
          <p:cNvPr id="7" name="Graphic 6" descr="Online meeting with solid fill">
            <a:extLst>
              <a:ext uri="{FF2B5EF4-FFF2-40B4-BE49-F238E27FC236}">
                <a16:creationId xmlns:a16="http://schemas.microsoft.com/office/drawing/2014/main" id="{0C3CB3F9-BF88-97A1-77D8-0F7966B9BF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84586" y="361624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1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8117-929A-0FE1-F53A-2C3B8926D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289D-66EE-F507-035C-CFF13DF2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Review: Done So Far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0BFC3-F14B-A276-E2E0-A74746307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>
                <a:ea typeface="+mn-lt"/>
                <a:cs typeface="+mn-lt"/>
              </a:rPr>
              <a:t>"Perceptions on the Utility of Community Question and Answer Websites Like Stack Overflow to Software Developers"</a:t>
            </a:r>
          </a:p>
          <a:p>
            <a:pPr>
              <a:buClr>
                <a:srgbClr val="834A48"/>
              </a:buClr>
            </a:pPr>
            <a:r>
              <a:rPr lang="en-US">
                <a:ea typeface="+mn-lt"/>
                <a:cs typeface="+mn-lt"/>
                <a:hlinkClick r:id="rId2"/>
              </a:rPr>
              <a:t>https://ieeexplore-ieee-org.leo.lib.unomaha.edu/document/9941729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Paper talks about software going from </a:t>
            </a:r>
            <a:r>
              <a:rPr lang="en-US" b="1">
                <a:ea typeface="Calibri"/>
                <a:cs typeface="Calibri"/>
              </a:rPr>
              <a:t>solo activity to massive ecosystems</a:t>
            </a:r>
          </a:p>
          <a:p>
            <a:pPr>
              <a:buClr>
                <a:srgbClr val="834A48"/>
              </a:buClr>
            </a:pPr>
            <a:r>
              <a:rPr lang="en-US" sz="2400" b="1">
                <a:ea typeface="Calibri"/>
                <a:cs typeface="Calibri"/>
              </a:rPr>
              <a:t>"Participatory culture"</a:t>
            </a:r>
            <a:r>
              <a:rPr lang="en-US" sz="2400">
                <a:ea typeface="Calibri"/>
                <a:cs typeface="Calibri"/>
              </a:rPr>
              <a:t> </a:t>
            </a:r>
            <a:r>
              <a:rPr lang="en-US" sz="2400" b="1">
                <a:ea typeface="Calibri"/>
                <a:cs typeface="Calibri"/>
              </a:rPr>
              <a:t>encourages developers to interact</a:t>
            </a:r>
          </a:p>
          <a:p>
            <a:pPr>
              <a:buClr>
                <a:srgbClr val="834A48"/>
              </a:buClr>
            </a:pPr>
            <a:r>
              <a:rPr lang="en-US" b="1">
                <a:ea typeface="Calibri"/>
                <a:cs typeface="Calibri"/>
              </a:rPr>
              <a:t>Many platforms</a:t>
            </a:r>
            <a:r>
              <a:rPr lang="en-US">
                <a:ea typeface="Calibri"/>
                <a:cs typeface="Calibri"/>
              </a:rPr>
              <a:t> exist now: Stack Overflow, Reddit, Quora (mentioned in this paper)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Collaborative channels 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"Community Question and Answer" (CQA) platforms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Paper could give insights to nature of developer interactions and comparing CQA platforms with other platform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B24D3-DA13-588A-50E7-61B08DA40C86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N</a:t>
            </a:r>
          </a:p>
        </p:txBody>
      </p:sp>
      <p:pic>
        <p:nvPicPr>
          <p:cNvPr id="4" name="Graphic 3" descr="Computer with solid fill">
            <a:extLst>
              <a:ext uri="{FF2B5EF4-FFF2-40B4-BE49-F238E27FC236}">
                <a16:creationId xmlns:a16="http://schemas.microsoft.com/office/drawing/2014/main" id="{31E80C65-BA95-BD5E-CE0B-B5EF09AC8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7317" y="3827980"/>
            <a:ext cx="914400" cy="914400"/>
          </a:xfrm>
          <a:prstGeom prst="rect">
            <a:avLst/>
          </a:prstGeom>
        </p:spPr>
      </p:pic>
      <p:pic>
        <p:nvPicPr>
          <p:cNvPr id="6" name="Graphic 5" descr="Web design with solid fill">
            <a:extLst>
              <a:ext uri="{FF2B5EF4-FFF2-40B4-BE49-F238E27FC236}">
                <a16:creationId xmlns:a16="http://schemas.microsoft.com/office/drawing/2014/main" id="{206BA829-5F5A-02B2-038D-994FC8042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4641" y="27037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3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F6AD-F2E3-5678-2FB5-CA847A98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FA80-C2B2-07D3-0DBB-00C40BF24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Review: Done So Far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2EA9-6B3F-36F0-8670-A253148D4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534525"/>
            <a:ext cx="10667672" cy="512189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>
                <a:ea typeface="+mn-lt"/>
                <a:cs typeface="+mn-lt"/>
              </a:rPr>
              <a:t>"Imposter Phenomenon in Software Engineers"</a:t>
            </a:r>
          </a:p>
          <a:p>
            <a:pPr>
              <a:buClr>
                <a:srgbClr val="834A48"/>
              </a:buClr>
            </a:pPr>
            <a:r>
              <a:rPr lang="en-US">
                <a:ea typeface="+mn-lt"/>
                <a:cs typeface="+mn-lt"/>
                <a:hlinkClick r:id="rId2"/>
              </a:rPr>
              <a:t>https://dl-acm-org.leo.lib.unomaha.edu/doi/10.1145/3639475.3640114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Two </a:t>
            </a:r>
            <a:r>
              <a:rPr lang="en-US" b="1">
                <a:ea typeface="Calibri"/>
                <a:cs typeface="Calibri"/>
              </a:rPr>
              <a:t>Research Questions</a:t>
            </a:r>
            <a:r>
              <a:rPr lang="en-US">
                <a:ea typeface="Calibri"/>
                <a:cs typeface="Calibri"/>
              </a:rPr>
              <a:t>:</a:t>
            </a:r>
            <a:endParaRPr lang="en-US"/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"How does IP manifest in software engineers?"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b="1">
                <a:ea typeface="Calibri"/>
                <a:cs typeface="Calibri"/>
              </a:rPr>
              <a:t>"</a:t>
            </a:r>
            <a:r>
              <a:rPr lang="en-US">
                <a:ea typeface="Calibri"/>
                <a:cs typeface="Calibri"/>
              </a:rPr>
              <a:t>Does IP affect the perceived productivity of software engineers?"</a:t>
            </a:r>
          </a:p>
          <a:p>
            <a:pPr lvl="2">
              <a:buClr>
                <a:srgbClr val="834A48"/>
              </a:buClr>
              <a:buFont typeface="Wingdings" panose="020B0604020202020204" pitchFamily="34" charset="0"/>
              <a:buChar char="§"/>
            </a:pPr>
            <a:r>
              <a:rPr lang="en-US" sz="2000" b="1">
                <a:ea typeface="Calibri"/>
                <a:cs typeface="Calibri"/>
              </a:rPr>
              <a:t>Derivation: "Does IP affect Communication and Collaboration?"</a:t>
            </a:r>
          </a:p>
          <a:p>
            <a:pPr>
              <a:buClr>
                <a:srgbClr val="834A48"/>
              </a:buClr>
            </a:pPr>
            <a:r>
              <a:rPr lang="en-US" b="1">
                <a:ea typeface="Calibri"/>
                <a:cs typeface="Calibri"/>
              </a:rPr>
              <a:t>Survey</a:t>
            </a:r>
            <a:r>
              <a:rPr lang="en-US">
                <a:ea typeface="Calibri"/>
                <a:cs typeface="Calibri"/>
              </a:rPr>
              <a:t> conducted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624 participants, 26 countries, 100 companies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"52.72% of software engineers suffer from frequent to intense levels of IP"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Higher percentages observed among women and minorities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Focus on </a:t>
            </a:r>
            <a:r>
              <a:rPr lang="en-US" b="1">
                <a:ea typeface="Calibri"/>
                <a:cs typeface="Calibri"/>
              </a:rPr>
              <a:t>communication and collaboration examined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Individual participant role perception within teams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b="1">
                <a:ea typeface="Calibri"/>
                <a:cs typeface="Calibri"/>
              </a:rPr>
              <a:t>Inter-team communication</a:t>
            </a:r>
          </a:p>
          <a:p>
            <a:pPr>
              <a:buClr>
                <a:srgbClr val="834A48"/>
              </a:buClr>
            </a:pPr>
            <a:r>
              <a:rPr lang="en-US">
                <a:ea typeface="Calibri"/>
                <a:cs typeface="Calibri"/>
              </a:rPr>
              <a:t>Results specifically focusing on communication showed a lower productivity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Larger percentages of disagreements with respect to imposter phenomenon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10875-A5D1-5E04-F1C1-763E46EFD149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S</a:t>
            </a:r>
          </a:p>
        </p:txBody>
      </p:sp>
      <p:pic>
        <p:nvPicPr>
          <p:cNvPr id="4" name="Graphic 3" descr="Party mask with solid fill">
            <a:extLst>
              <a:ext uri="{FF2B5EF4-FFF2-40B4-BE49-F238E27FC236}">
                <a16:creationId xmlns:a16="http://schemas.microsoft.com/office/drawing/2014/main" id="{828453DF-AD6F-8F57-D7BD-33B2BF787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2095" y="2380169"/>
            <a:ext cx="1203767" cy="1203767"/>
          </a:xfrm>
          <a:prstGeom prst="rect">
            <a:avLst/>
          </a:prstGeom>
        </p:spPr>
      </p:pic>
      <p:pic>
        <p:nvPicPr>
          <p:cNvPr id="6" name="Graphic 5" descr="Programmer male with solid fill">
            <a:extLst>
              <a:ext uri="{FF2B5EF4-FFF2-40B4-BE49-F238E27FC236}">
                <a16:creationId xmlns:a16="http://schemas.microsoft.com/office/drawing/2014/main" id="{F00B9143-5CC7-CE1B-6765-0ED94471D1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60601" y="3433487"/>
            <a:ext cx="1666754" cy="163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76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3590-99E5-F584-98D8-F26DEABB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AA854-6B7E-43CF-4A8F-A65E78E5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Review: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0834-B3F9-03CB-8231-00C6055A9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05" y="1483154"/>
            <a:ext cx="10830345" cy="46938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>
                <a:ea typeface="Calibri"/>
                <a:cs typeface="Calibri"/>
              </a:rPr>
              <a:t>Public chat channels have different etiquette then other platforms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Single threaded channel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Rapidly moving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2800">
                <a:ea typeface="Calibri"/>
                <a:cs typeface="Calibri"/>
              </a:rPr>
              <a:t>Attention span is shorter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 sz="28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600">
                <a:ea typeface="Calibri"/>
                <a:cs typeface="Calibri"/>
              </a:rPr>
              <a:t>Noticed pattern of interactions between individuals: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200">
                <a:ea typeface="Calibri"/>
                <a:cs typeface="Calibri"/>
              </a:rPr>
              <a:t>If </a:t>
            </a:r>
            <a:r>
              <a:rPr lang="en-US" sz="3200" b="1">
                <a:ea typeface="Calibri"/>
                <a:cs typeface="Calibri"/>
              </a:rPr>
              <a:t>two individuals (or a small group) go back and forth </a:t>
            </a:r>
            <a:r>
              <a:rPr lang="en-US" sz="3200">
                <a:ea typeface="Calibri"/>
                <a:cs typeface="Calibri"/>
              </a:rPr>
              <a:t>in a conversation, the </a:t>
            </a:r>
            <a:r>
              <a:rPr lang="en-US" sz="3200" b="1">
                <a:ea typeface="Calibri"/>
                <a:cs typeface="Calibri"/>
              </a:rPr>
              <a:t>less likely someone else will feel welcoming "joining"</a:t>
            </a:r>
            <a:r>
              <a:rPr lang="en-US" sz="3200">
                <a:ea typeface="Calibri"/>
                <a:cs typeface="Calibri"/>
              </a:rPr>
              <a:t> a conversation </a:t>
            </a:r>
          </a:p>
          <a:p>
            <a:pPr>
              <a:buClr>
                <a:srgbClr val="834A48"/>
              </a:buClr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B360D-99B1-7074-2D02-5E037E1B0E9E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S</a:t>
            </a: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1FCF072D-B1D3-D392-241C-9F0D8AC23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7317" y="56593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84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B6224-3542-80C5-4ADA-4B35C6E3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DF91-F326-FF78-2F97-0EEF93FA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Review: How Can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F396-0FAF-F0D3-1FF7-C87D85FE0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774255"/>
            <a:ext cx="10196773" cy="44198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u="sng">
                <a:ea typeface="Calibri"/>
                <a:cs typeface="Calibri"/>
              </a:rPr>
              <a:t>Idea:</a:t>
            </a:r>
            <a:r>
              <a:rPr lang="en-US" sz="3600" b="1">
                <a:ea typeface="Calibri"/>
                <a:cs typeface="Calibri"/>
              </a:rPr>
              <a:t> </a:t>
            </a:r>
            <a:r>
              <a:rPr lang="en-US" sz="3600">
                <a:ea typeface="Calibri"/>
                <a:cs typeface="Calibri"/>
              </a:rPr>
              <a:t>Measure the interactions between users</a:t>
            </a:r>
            <a:br>
              <a:rPr lang="en-US" sz="3600">
                <a:ea typeface="Calibri"/>
                <a:cs typeface="Calibri"/>
              </a:rPr>
            </a:br>
            <a:endParaRPr lang="en-US" sz="3600" b="1" u="sng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200">
                <a:ea typeface="Calibri"/>
                <a:cs typeface="Calibri"/>
              </a:rPr>
              <a:t>Measure how long two individuals reply to each other before another person "joins" the conversation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 sz="3200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200">
                <a:ea typeface="Calibri"/>
                <a:cs typeface="Calibri"/>
              </a:rPr>
              <a:t>Understand if there's a detectable "point" in conversations</a:t>
            </a:r>
          </a:p>
          <a:p>
            <a:pPr>
              <a:buClr>
                <a:srgbClr val="834A48"/>
              </a:buClr>
            </a:pPr>
            <a:endParaRPr lang="en-US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64231-1852-2BE5-717A-DF66AD08F5E4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N</a:t>
            </a:r>
          </a:p>
        </p:txBody>
      </p:sp>
      <p:pic>
        <p:nvPicPr>
          <p:cNvPr id="4" name="Graphic 3" descr="Scatterplot with solid fill">
            <a:extLst>
              <a:ext uri="{FF2B5EF4-FFF2-40B4-BE49-F238E27FC236}">
                <a16:creationId xmlns:a16="http://schemas.microsoft.com/office/drawing/2014/main" id="{F720D3BB-E322-1197-1EFC-628B9BB28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0" y="3982092"/>
            <a:ext cx="914400" cy="914400"/>
          </a:xfrm>
          <a:prstGeom prst="rect">
            <a:avLst/>
          </a:prstGeom>
        </p:spPr>
      </p:pic>
      <p:pic>
        <p:nvPicPr>
          <p:cNvPr id="6" name="Graphic 5" descr="Brainstorm with solid fill">
            <a:extLst>
              <a:ext uri="{FF2B5EF4-FFF2-40B4-BE49-F238E27FC236}">
                <a16:creationId xmlns:a16="http://schemas.microsoft.com/office/drawing/2014/main" id="{2403A0E8-D8B3-A7A6-FBDB-009EC78F4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1562" y="20530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78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76AB-3320-4D47-05A1-1D7071B3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B804F-588B-1269-7840-183C42A8D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679" y="1500277"/>
            <a:ext cx="10667671" cy="46938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>
                <a:ea typeface="Calibri"/>
                <a:cs typeface="Calibri"/>
              </a:rPr>
              <a:t>Is there a measurable difference to how long conversations in a public channel go on between a limited group before a new individual adds to it?</a:t>
            </a:r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000">
                <a:ea typeface="Calibri"/>
                <a:cs typeface="Calibri"/>
              </a:rPr>
              <a:t> Do the number of posts present in a conversation effect prospective participants?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 sz="3000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000">
                <a:ea typeface="Calibri"/>
                <a:cs typeface="Calibri"/>
              </a:rPr>
              <a:t> Does the length of a message impact who replies?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 sz="3000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000">
                <a:ea typeface="Calibri"/>
                <a:cs typeface="Calibri"/>
              </a:rPr>
              <a:t> Can the health of a public message channel be measured by chat interaction patterns?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76E5D-8B98-F120-0D68-0555B45D39CA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S</a:t>
            </a:r>
          </a:p>
        </p:txBody>
      </p:sp>
      <p:pic>
        <p:nvPicPr>
          <p:cNvPr id="4" name="Graphic 3" descr="Thought with solid fill">
            <a:extLst>
              <a:ext uri="{FF2B5EF4-FFF2-40B4-BE49-F238E27FC236}">
                <a16:creationId xmlns:a16="http://schemas.microsoft.com/office/drawing/2014/main" id="{0140050A-F518-5C82-6E7E-5FA8AA140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75879" y="3391329"/>
            <a:ext cx="914400" cy="914400"/>
          </a:xfrm>
          <a:prstGeom prst="rect">
            <a:avLst/>
          </a:prstGeom>
        </p:spPr>
      </p:pic>
      <p:pic>
        <p:nvPicPr>
          <p:cNvPr id="6" name="Graphic 5" descr="Questions with solid fill">
            <a:extLst>
              <a:ext uri="{FF2B5EF4-FFF2-40B4-BE49-F238E27FC236}">
                <a16:creationId xmlns:a16="http://schemas.microsoft.com/office/drawing/2014/main" id="{1A009F1C-FA53-DCC7-501F-EE0D41785A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4641" y="3663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196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1780-61AA-F7BB-42D0-44409784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3D31-CD4A-2470-2D1A-FA3577EDA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652006"/>
            <a:ext cx="10909894" cy="500723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>
                <a:ea typeface="Calibri"/>
                <a:cs typeface="Calibri"/>
              </a:rPr>
              <a:t>Reusing of existing data collected!</a:t>
            </a:r>
          </a:p>
          <a:p>
            <a:pPr>
              <a:buClr>
                <a:srgbClr val="834A48"/>
              </a:buClr>
            </a:pPr>
            <a:r>
              <a:rPr lang="en-US" sz="3200">
                <a:ea typeface="Calibri"/>
                <a:cs typeface="Calibri"/>
              </a:rPr>
              <a:t>Reference #1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000">
                <a:ea typeface="Calibri"/>
                <a:cs typeface="Calibri"/>
              </a:rPr>
              <a:t> 28k conversations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000">
                <a:ea typeface="Calibri"/>
                <a:cs typeface="Calibri"/>
              </a:rPr>
              <a:t> 1.5 million messages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000">
                <a:ea typeface="Calibri"/>
                <a:cs typeface="Calibri"/>
              </a:rPr>
              <a:t> 323k users</a:t>
            </a:r>
          </a:p>
          <a:p>
            <a:pPr>
              <a:buClr>
                <a:srgbClr val="834A48"/>
              </a:buClr>
            </a:pPr>
            <a:r>
              <a:rPr lang="en-US" sz="3200">
                <a:ea typeface="Calibri"/>
                <a:cs typeface="Calibri"/>
              </a:rPr>
              <a:t>Reference Dataset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000">
                <a:ea typeface="+mn-lt"/>
                <a:cs typeface="+mn-lt"/>
                <a:hlinkClick r:id="" action="ppaction://noaction"/>
              </a:rPr>
              <a:t> https://zenodo.org/record/5909202</a:t>
            </a:r>
            <a:endParaRPr lang="en-US" sz="3000">
              <a:ea typeface="Calibri"/>
              <a:cs typeface="Calibri"/>
              <a:hlinkClick r:id="" action="ppaction://noaction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 sz="30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200">
                <a:ea typeface="Calibri"/>
                <a:cs typeface="Calibri"/>
              </a:rPr>
              <a:t>NOTE: Additional literature may have additional datasets that are applicable to our research (time pending)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B4E7E-648C-B24F-3FDC-8CA6FA28423E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S</a:t>
            </a:r>
          </a:p>
        </p:txBody>
      </p:sp>
      <p:pic>
        <p:nvPicPr>
          <p:cNvPr id="4" name="Graphic 3" descr="Folder Search with solid fill">
            <a:extLst>
              <a:ext uri="{FF2B5EF4-FFF2-40B4-BE49-F238E27FC236}">
                <a16:creationId xmlns:a16="http://schemas.microsoft.com/office/drawing/2014/main" id="{C0385855-E707-B575-7818-D1CDB7063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5182" y="3896474"/>
            <a:ext cx="914400" cy="914400"/>
          </a:xfrm>
          <a:prstGeom prst="rect">
            <a:avLst/>
          </a:prstGeom>
        </p:spPr>
      </p:pic>
      <p:pic>
        <p:nvPicPr>
          <p:cNvPr id="6" name="Graphic 5" descr="Server with solid fill">
            <a:extLst>
              <a:ext uri="{FF2B5EF4-FFF2-40B4-BE49-F238E27FC236}">
                <a16:creationId xmlns:a16="http://schemas.microsoft.com/office/drawing/2014/main" id="{7F137D9C-F19D-F194-0ADF-482D1E5841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1271" y="1419439"/>
            <a:ext cx="914400" cy="914400"/>
          </a:xfrm>
          <a:prstGeom prst="rect">
            <a:avLst/>
          </a:prstGeom>
        </p:spPr>
      </p:pic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D3853791-44C8-6E36-1D63-BFCCF6D252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48595" y="265822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95DE5-9506-6199-D4AD-783F7D76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106C-A6BC-C08B-1EFD-CBCCF83E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CCD54-74E8-1076-24AA-2EE3522B7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32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EFAEBB8-7EEF-23C9-C568-59C9A4C15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129" y="419836"/>
            <a:ext cx="6358601" cy="600629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F4C708-E427-E484-3EEC-5B980C2D1A3C}"/>
              </a:ext>
            </a:extLst>
          </p:cNvPr>
          <p:cNvSpPr txBox="1">
            <a:spLocks/>
          </p:cNvSpPr>
          <p:nvPr/>
        </p:nvSpPr>
        <p:spPr>
          <a:xfrm>
            <a:off x="638539" y="1712609"/>
            <a:ext cx="4819964" cy="4411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ea typeface="Calibri"/>
                <a:cs typeface="Calibri"/>
              </a:rPr>
              <a:t>Existing data from reference literature</a:t>
            </a:r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200">
                <a:ea typeface="Calibri"/>
                <a:cs typeface="Calibri"/>
              </a:rPr>
              <a:t>Found pattern of back and forth </a:t>
            </a:r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200">
                <a:ea typeface="Calibri"/>
                <a:cs typeface="Calibri"/>
              </a:rPr>
              <a:t>Gap between others got involved</a:t>
            </a:r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56FF7BF-07E9-2816-A4DB-5567D3939148}"/>
              </a:ext>
            </a:extLst>
          </p:cNvPr>
          <p:cNvSpPr/>
          <p:nvPr/>
        </p:nvSpPr>
        <p:spPr>
          <a:xfrm>
            <a:off x="8082337" y="530831"/>
            <a:ext cx="1421258" cy="5051460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CD1CDD1-FFB8-2CB7-9A5D-07DC9BF4D541}"/>
              </a:ext>
            </a:extLst>
          </p:cNvPr>
          <p:cNvSpPr/>
          <p:nvPr/>
        </p:nvSpPr>
        <p:spPr>
          <a:xfrm>
            <a:off x="8792965" y="5213844"/>
            <a:ext cx="1421258" cy="742990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9067E-0A6F-D5A2-3B9B-9C7AA5FB3AFF}"/>
              </a:ext>
            </a:extLst>
          </p:cNvPr>
          <p:cNvSpPr txBox="1"/>
          <p:nvPr/>
        </p:nvSpPr>
        <p:spPr>
          <a:xfrm>
            <a:off x="9914561" y="2876764"/>
            <a:ext cx="2743199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ea typeface="Calibri"/>
                <a:cs typeface="Calibri"/>
              </a:rPr>
              <a:t>4 minutes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53BB7-2C57-6D8C-E0D8-F53857190471}"/>
              </a:ext>
            </a:extLst>
          </p:cNvPr>
          <p:cNvSpPr txBox="1"/>
          <p:nvPr/>
        </p:nvSpPr>
        <p:spPr>
          <a:xfrm>
            <a:off x="10385459" y="5351123"/>
            <a:ext cx="2743199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ea typeface="Calibri"/>
                <a:cs typeface="Calibri"/>
              </a:rPr>
              <a:t>4 minutes</a:t>
            </a:r>
            <a:endParaRPr lang="en-US" sz="2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4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1A0C9-27D6-4FBF-9AC2-E5A65497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A7E9D-EE5A-0583-9159-8B575E574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39" y="1697199"/>
            <a:ext cx="9879988" cy="436846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3600">
                <a:ea typeface="Calibri"/>
                <a:cs typeface="Calibri"/>
              </a:rPr>
              <a:t>Quantitative approach (analyzing existing data)</a:t>
            </a:r>
          </a:p>
          <a:p>
            <a:pPr>
              <a:buClr>
                <a:srgbClr val="834A48"/>
              </a:buClr>
            </a:pPr>
            <a:endParaRPr lang="en-US" sz="36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600">
                <a:ea typeface="Calibri"/>
                <a:cs typeface="Calibri"/>
              </a:rPr>
              <a:t>Track the transitions between users in a conversation</a:t>
            </a:r>
            <a:endParaRPr lang="en-US"/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600">
                <a:ea typeface="Calibri"/>
                <a:cs typeface="Calibri"/>
              </a:rPr>
              <a:t>If conversation goes between two users "too long"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200">
                <a:ea typeface="Calibri"/>
                <a:cs typeface="Calibri"/>
              </a:rPr>
              <a:t> Either through # of interactions or duration (time)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200">
                <a:ea typeface="Calibri"/>
                <a:cs typeface="Calibri"/>
              </a:rPr>
              <a:t> Measure the probability of someone else joining the conversation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 sz="26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231DC-3F9B-EF15-15E0-220E49DC9E5E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N</a:t>
            </a:r>
          </a:p>
        </p:txBody>
      </p:sp>
      <p:pic>
        <p:nvPicPr>
          <p:cNvPr id="4" name="Graphic 3" descr="Connections outline">
            <a:extLst>
              <a:ext uri="{FF2B5EF4-FFF2-40B4-BE49-F238E27FC236}">
                <a16:creationId xmlns:a16="http://schemas.microsoft.com/office/drawing/2014/main" id="{D1ADED2D-CB78-9DF8-BF85-E73BBF3B5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6486" y="2586518"/>
            <a:ext cx="1693523" cy="1676400"/>
          </a:xfrm>
          <a:prstGeom prst="rect">
            <a:avLst/>
          </a:prstGeom>
        </p:spPr>
      </p:pic>
      <p:pic>
        <p:nvPicPr>
          <p:cNvPr id="6" name="Graphic 5" descr="Alterations &amp; Tailoring with solid fill">
            <a:extLst>
              <a:ext uri="{FF2B5EF4-FFF2-40B4-BE49-F238E27FC236}">
                <a16:creationId xmlns:a16="http://schemas.microsoft.com/office/drawing/2014/main" id="{19115D91-F24A-7D73-E9D7-E25E9774C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6284" y="1071080"/>
            <a:ext cx="1342489" cy="1342489"/>
          </a:xfrm>
          <a:prstGeom prst="rect">
            <a:avLst/>
          </a:prstGeom>
        </p:spPr>
      </p:pic>
      <p:pic>
        <p:nvPicPr>
          <p:cNvPr id="7" name="Graphic 6" descr="Alarm Ringing with solid fill">
            <a:extLst>
              <a:ext uri="{FF2B5EF4-FFF2-40B4-BE49-F238E27FC236}">
                <a16:creationId xmlns:a16="http://schemas.microsoft.com/office/drawing/2014/main" id="{BAE197FA-4083-AB7D-0FE3-950F0A5A09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81362" y="5009508"/>
            <a:ext cx="914400" cy="914400"/>
          </a:xfrm>
          <a:prstGeom prst="rect">
            <a:avLst/>
          </a:prstGeom>
        </p:spPr>
      </p:pic>
      <p:pic>
        <p:nvPicPr>
          <p:cNvPr id="8" name="Graphic 7" descr="Research with solid fill">
            <a:extLst>
              <a:ext uri="{FF2B5EF4-FFF2-40B4-BE49-F238E27FC236}">
                <a16:creationId xmlns:a16="http://schemas.microsoft.com/office/drawing/2014/main" id="{96DC141F-9C18-A1D6-7164-CEB35B873B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5315" y="47414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78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C2A56-ED64-FE0C-59D5-A5142982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6FA3-0D6E-7FB8-EBF8-C05659826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858" y="1257589"/>
            <a:ext cx="1065911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>
                <a:ea typeface="Calibri"/>
                <a:cs typeface="Calibri"/>
              </a:rPr>
              <a:t>Could try to model the conversations using </a:t>
            </a:r>
            <a:r>
              <a:rPr lang="en-US" sz="2600" b="1">
                <a:ea typeface="Calibri"/>
                <a:cs typeface="Calibri"/>
              </a:rPr>
              <a:t>Markov Chain</a:t>
            </a:r>
            <a:r>
              <a:rPr lang="en-US" sz="2600">
                <a:ea typeface="Calibri"/>
                <a:cs typeface="Calibri"/>
              </a:rPr>
              <a:t> approach</a:t>
            </a:r>
            <a:endParaRPr lang="en-US" sz="26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2600">
                <a:ea typeface="Calibri"/>
                <a:cs typeface="Calibri"/>
              </a:rPr>
              <a:t>Given interactions between individuals, probability someone else will reply</a:t>
            </a:r>
          </a:p>
          <a:p>
            <a:pPr>
              <a:buClr>
                <a:srgbClr val="834A48"/>
              </a:buClr>
            </a:pPr>
            <a:endParaRPr lang="en-US" sz="26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2600">
                <a:ea typeface="Calibri"/>
                <a:cs typeface="Calibri"/>
              </a:rPr>
              <a:t>State = Individual </a:t>
            </a:r>
          </a:p>
          <a:p>
            <a:pPr>
              <a:buClr>
                <a:srgbClr val="834A48"/>
              </a:buClr>
            </a:pPr>
            <a:r>
              <a:rPr lang="en-US" sz="2600">
                <a:ea typeface="Calibri"/>
                <a:cs typeface="Calibri"/>
              </a:rPr>
              <a:t>Transition = Next Person to Reply</a:t>
            </a:r>
          </a:p>
          <a:p>
            <a:pPr>
              <a:buClr>
                <a:srgbClr val="834A48"/>
              </a:buClr>
            </a:pPr>
            <a:endParaRPr lang="en-US" sz="2600">
              <a:ea typeface="Calibri"/>
              <a:cs typeface="Calibri"/>
            </a:endParaRPr>
          </a:p>
          <a:p>
            <a:pPr marL="0" indent="0">
              <a:buClr>
                <a:srgbClr val="834A48"/>
              </a:buClr>
              <a:buNone/>
            </a:pPr>
            <a:r>
              <a:rPr lang="en-US" sz="2600">
                <a:ea typeface="Calibri"/>
                <a:cs typeface="Calibri"/>
              </a:rPr>
              <a:t>"If Bob messages, what is the likelihood</a:t>
            </a:r>
          </a:p>
          <a:p>
            <a:pPr marL="0" indent="0">
              <a:buNone/>
            </a:pPr>
            <a:r>
              <a:rPr lang="en-US" sz="2600">
                <a:ea typeface="Calibri"/>
                <a:cs typeface="Calibri"/>
              </a:rPr>
              <a:t>of whom would be the next to reply?"</a:t>
            </a:r>
            <a:endParaRPr lang="en-US"/>
          </a:p>
          <a:p>
            <a:pPr>
              <a:buClr>
                <a:srgbClr val="834A48"/>
              </a:buClr>
            </a:pPr>
            <a:endParaRPr lang="en-US" sz="26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Find the probability of a state at a given time in a Markov chain | Set 1 -  GeeksforGeeks">
            <a:extLst>
              <a:ext uri="{FF2B5EF4-FFF2-40B4-BE49-F238E27FC236}">
                <a16:creationId xmlns:a16="http://schemas.microsoft.com/office/drawing/2014/main" id="{B108F80D-B318-4F41-3EC3-34E91ED49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166" y="2409381"/>
            <a:ext cx="5871089" cy="41179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B9496E-38B4-16FE-4B24-D675009D276C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291320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6F2-AF53-D8B7-0D99-EF0F96E67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679" y="228136"/>
            <a:ext cx="10659110" cy="1325563"/>
          </a:xfrm>
        </p:spPr>
        <p:txBody>
          <a:bodyPr/>
          <a:lstStyle/>
          <a:p>
            <a:r>
              <a:rPr lang="en-US"/>
              <a:t>Tools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A8246-359F-0C6A-265E-67977160A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200">
                <a:ea typeface="Calibri"/>
                <a:cs typeface="Calibri"/>
              </a:rPr>
              <a:t>Build a tool ourselves to analyze data</a:t>
            </a:r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200">
                <a:ea typeface="Calibri"/>
                <a:cs typeface="Calibri"/>
              </a:rPr>
              <a:t>Neo4j - </a:t>
            </a:r>
            <a:r>
              <a:rPr lang="en-US" sz="3000">
                <a:ea typeface="Calibri"/>
                <a:cs typeface="Calibri"/>
              </a:rPr>
              <a:t>Graph based database system</a:t>
            </a:r>
            <a:endParaRPr lang="en-US" sz="3200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endParaRPr lang="en-US" sz="30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200">
                <a:ea typeface="Calibri"/>
                <a:cs typeface="Calibri"/>
              </a:rPr>
              <a:t>Disentanglement Technique Algorithm</a:t>
            </a: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000">
                <a:ea typeface="Calibri"/>
                <a:cs typeface="Calibri"/>
              </a:rPr>
              <a:t>Look into researcher algorithm</a:t>
            </a:r>
            <a:endParaRPr lang="en-US" sz="3000" err="1">
              <a:ea typeface="Calibri"/>
              <a:cs typeface="Calibri"/>
            </a:endParaRPr>
          </a:p>
          <a:p>
            <a:pPr lvl="1">
              <a:buClr>
                <a:srgbClr val="834A48"/>
              </a:buClr>
              <a:buFont typeface="Courier New" panose="020B0604020202020204" pitchFamily="34" charset="0"/>
              <a:buChar char="o"/>
            </a:pPr>
            <a:r>
              <a:rPr lang="en-US" sz="3000">
                <a:ea typeface="Calibri"/>
                <a:cs typeface="Calibri"/>
              </a:rPr>
              <a:t>Original algorithm by Elsner and </a:t>
            </a:r>
            <a:r>
              <a:rPr lang="en-US" sz="3000" err="1">
                <a:ea typeface="+mn-lt"/>
                <a:cs typeface="+mn-lt"/>
              </a:rPr>
              <a:t>Charniak</a:t>
            </a:r>
            <a:endParaRPr lang="en-US" sz="30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200">
                <a:ea typeface="Calibri"/>
                <a:cs typeface="Calibri"/>
              </a:rPr>
              <a:t>Other data analysis tools – Markov Chain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CD6B1-9BCB-F588-45B6-7011CDCBB1BE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S</a:t>
            </a:r>
          </a:p>
        </p:txBody>
      </p:sp>
      <p:pic>
        <p:nvPicPr>
          <p:cNvPr id="4" name="Graphic 3" descr="What is Neo4j? - Getting Started">
            <a:extLst>
              <a:ext uri="{FF2B5EF4-FFF2-40B4-BE49-F238E27FC236}">
                <a16:creationId xmlns:a16="http://schemas.microsoft.com/office/drawing/2014/main" id="{9455C2C6-941C-A069-FFDA-204BFE791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5097" y="2059144"/>
            <a:ext cx="2743199" cy="227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9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1605-5855-ACAC-C54A-BB63FE58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Outcome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7EBC2-6D3C-EAA1-90BE-607A20C76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739230"/>
            <a:ext cx="10994108" cy="472883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3200">
                <a:ea typeface="Calibri"/>
                <a:cs typeface="Calibri"/>
              </a:rPr>
              <a:t>See if there is correlation between extended singular conversations in public chats and observe their impact on the "health" of a public forum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200">
                <a:ea typeface="Calibri"/>
                <a:cs typeface="Calibri"/>
              </a:rPr>
              <a:t>See if we could detect when individuals are "monopolizing" conversations </a:t>
            </a:r>
            <a:endParaRPr lang="en-US"/>
          </a:p>
          <a:p>
            <a:pPr>
              <a:buClr>
                <a:srgbClr val="834A48"/>
              </a:buClr>
            </a:pPr>
            <a:endParaRPr lang="en-US" sz="3200">
              <a:ea typeface="Calibri"/>
              <a:cs typeface="Calibri"/>
            </a:endParaRPr>
          </a:p>
          <a:p>
            <a:pPr>
              <a:buClr>
                <a:srgbClr val="834A48"/>
              </a:buClr>
            </a:pPr>
            <a:r>
              <a:rPr lang="en-US" sz="3000">
                <a:ea typeface="Calibri"/>
                <a:cs typeface="Calibri"/>
              </a:rPr>
              <a:t>Bonus / Further Research: Options to Address</a:t>
            </a:r>
          </a:p>
          <a:p>
            <a:pPr lvl="2">
              <a:buClr>
                <a:srgbClr val="834A48"/>
              </a:buClr>
              <a:buFont typeface="Wingdings" panose="020B0604020202020204" pitchFamily="34" charset="0"/>
              <a:buChar char="§"/>
            </a:pPr>
            <a:r>
              <a:rPr lang="en-US" sz="2600">
                <a:ea typeface="Calibri"/>
                <a:cs typeface="Calibri"/>
              </a:rPr>
              <a:t>"nudge" participants to take it to another method of private conversation</a:t>
            </a:r>
          </a:p>
          <a:p>
            <a:pPr lvl="2">
              <a:buClr>
                <a:srgbClr val="834A48"/>
              </a:buClr>
              <a:buFont typeface="Wingdings" panose="020B0604020202020204" pitchFamily="34" charset="0"/>
              <a:buChar char="§"/>
            </a:pPr>
            <a:r>
              <a:rPr lang="en-US" sz="2600">
                <a:ea typeface="Calibri"/>
                <a:cs typeface="Calibri"/>
              </a:rPr>
              <a:t>Give participants a "cool down" before replying</a:t>
            </a:r>
          </a:p>
          <a:p>
            <a:pPr lvl="2">
              <a:buClr>
                <a:srgbClr val="834A48"/>
              </a:buClr>
              <a:buFont typeface="Wingdings" panose="020B0604020202020204" pitchFamily="34" charset="0"/>
              <a:buChar char="§"/>
            </a:pPr>
            <a:r>
              <a:rPr lang="en-US" sz="2600">
                <a:ea typeface="Calibri"/>
                <a:cs typeface="Calibri"/>
              </a:rPr>
              <a:t>Alert others being left out</a:t>
            </a:r>
          </a:p>
          <a:p>
            <a:pPr lvl="2">
              <a:buClr>
                <a:srgbClr val="834A48"/>
              </a:buClr>
              <a:buFont typeface="Wingdings" panose="020B0604020202020204" pitchFamily="34" charset="0"/>
              <a:buChar char="§"/>
            </a:pPr>
            <a:r>
              <a:rPr lang="en-US" sz="2600">
                <a:ea typeface="Calibri"/>
                <a:cs typeface="Calibri"/>
              </a:rPr>
              <a:t>Use ChatGPT to summarize back and forth and prompt others to be included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D5300-8134-F739-7FF9-45D71D426D06}"/>
              </a:ext>
            </a:extLst>
          </p:cNvPr>
          <p:cNvSpPr txBox="1"/>
          <p:nvPr/>
        </p:nvSpPr>
        <p:spPr>
          <a:xfrm>
            <a:off x="11430000" y="5924763"/>
            <a:ext cx="5000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164771144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AnalogousFromLightSeedRightStep">
      <a:dk1>
        <a:srgbClr val="000000"/>
      </a:dk1>
      <a:lt1>
        <a:srgbClr val="FFFFFF"/>
      </a:lt1>
      <a:dk2>
        <a:srgbClr val="412524"/>
      </a:dk2>
      <a:lt2>
        <a:srgbClr val="E2E8E8"/>
      </a:lt2>
      <a:accent1>
        <a:srgbClr val="C69796"/>
      </a:accent1>
      <a:accent2>
        <a:srgbClr val="BA997F"/>
      </a:accent2>
      <a:accent3>
        <a:srgbClr val="AAA481"/>
      </a:accent3>
      <a:accent4>
        <a:srgbClr val="9BAA74"/>
      </a:accent4>
      <a:accent5>
        <a:srgbClr val="8FAC82"/>
      </a:accent5>
      <a:accent6>
        <a:srgbClr val="78B07E"/>
      </a:accent6>
      <a:hlink>
        <a:srgbClr val="568D8E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ConfettiVTI</vt:lpstr>
      <vt:lpstr>Project Proposal "Monopolizing Conversations: Examining Developer Conversation Participation in Chat Applications"</vt:lpstr>
      <vt:lpstr>Literature Review: Done So Far (1)</vt:lpstr>
      <vt:lpstr>Literature Review: Done So Far (2)</vt:lpstr>
      <vt:lpstr>Literature Review: Done So Far (3)</vt:lpstr>
      <vt:lpstr>Literature Review: Done So Far (4)</vt:lpstr>
      <vt:lpstr>Literature Review: Done So Far (5)</vt:lpstr>
      <vt:lpstr>Literature Review: Gaps</vt:lpstr>
      <vt:lpstr>Literature Review: How Can Solve</vt:lpstr>
      <vt:lpstr>Research Questions</vt:lpstr>
      <vt:lpstr>Data Collection</vt:lpstr>
      <vt:lpstr>Data Collection</vt:lpstr>
      <vt:lpstr>Analysis</vt:lpstr>
      <vt:lpstr>Analysis </vt:lpstr>
      <vt:lpstr>Tools Options</vt:lpstr>
      <vt:lpstr>Expected Outcome &amp; Implications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Stechschulte</dc:creator>
  <cp:revision>2</cp:revision>
  <dcterms:created xsi:type="dcterms:W3CDTF">2025-02-20T04:02:51Z</dcterms:created>
  <dcterms:modified xsi:type="dcterms:W3CDTF">2025-05-08T17:58:43Z</dcterms:modified>
</cp:coreProperties>
</file>