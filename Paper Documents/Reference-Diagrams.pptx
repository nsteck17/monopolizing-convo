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90C2A-2F83-9E63-E6E2-26B086A7C75E}" v="11" dt="2025-05-08T03:52:52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Stechschulte" userId="S::nstechschulte@unomaha.edu::09d62183-fe8f-45ba-a25e-1596ecd90472" providerId="AD" clId="Web-{02F90C2A-2F83-9E63-E6E2-26B086A7C75E}"/>
    <pc:docChg chg="modSld">
      <pc:chgData name="Nathan Stechschulte" userId="S::nstechschulte@unomaha.edu::09d62183-fe8f-45ba-a25e-1596ecd90472" providerId="AD" clId="Web-{02F90C2A-2F83-9E63-E6E2-26B086A7C75E}" dt="2025-05-08T03:52:52.151" v="8" actId="1076"/>
      <pc:docMkLst>
        <pc:docMk/>
      </pc:docMkLst>
      <pc:sldChg chg="modSp">
        <pc:chgData name="Nathan Stechschulte" userId="S::nstechschulte@unomaha.edu::09d62183-fe8f-45ba-a25e-1596ecd90472" providerId="AD" clId="Web-{02F90C2A-2F83-9E63-E6E2-26B086A7C75E}" dt="2025-05-08T03:52:52.151" v="8" actId="1076"/>
        <pc:sldMkLst>
          <pc:docMk/>
          <pc:sldMk cId="3206545189" sldId="256"/>
        </pc:sldMkLst>
        <pc:spChg chg="mod">
          <ac:chgData name="Nathan Stechschulte" userId="S::nstechschulte@unomaha.edu::09d62183-fe8f-45ba-a25e-1596ecd90472" providerId="AD" clId="Web-{02F90C2A-2F83-9E63-E6E2-26B086A7C75E}" dt="2025-05-08T03:52:15.791" v="0" actId="14100"/>
          <ac:spMkLst>
            <pc:docMk/>
            <pc:sldMk cId="3206545189" sldId="256"/>
            <ac:spMk id="5" creationId="{81717E04-096B-4A08-DD63-E8C0F6AA47CE}"/>
          </ac:spMkLst>
        </pc:spChg>
        <pc:spChg chg="mod">
          <ac:chgData name="Nathan Stechschulte" userId="S::nstechschulte@unomaha.edu::09d62183-fe8f-45ba-a25e-1596ecd90472" providerId="AD" clId="Web-{02F90C2A-2F83-9E63-E6E2-26B086A7C75E}" dt="2025-05-08T03:52:23.931" v="1" actId="14100"/>
          <ac:spMkLst>
            <pc:docMk/>
            <pc:sldMk cId="3206545189" sldId="256"/>
            <ac:spMk id="6" creationId="{A1339125-F09F-0DF2-7374-CC8AB6AF18B7}"/>
          </ac:spMkLst>
        </pc:spChg>
        <pc:spChg chg="mod">
          <ac:chgData name="Nathan Stechschulte" userId="S::nstechschulte@unomaha.edu::09d62183-fe8f-45ba-a25e-1596ecd90472" providerId="AD" clId="Web-{02F90C2A-2F83-9E63-E6E2-26B086A7C75E}" dt="2025-05-08T03:52:45.869" v="7" actId="1076"/>
          <ac:spMkLst>
            <pc:docMk/>
            <pc:sldMk cId="3206545189" sldId="256"/>
            <ac:spMk id="7" creationId="{A9B76273-91D2-7A4B-EABC-51AA63A96CA8}"/>
          </ac:spMkLst>
        </pc:spChg>
        <pc:spChg chg="mod">
          <ac:chgData name="Nathan Stechschulte" userId="S::nstechschulte@unomaha.edu::09d62183-fe8f-45ba-a25e-1596ecd90472" providerId="AD" clId="Web-{02F90C2A-2F83-9E63-E6E2-26B086A7C75E}" dt="2025-05-08T03:52:26.010" v="2" actId="1076"/>
          <ac:spMkLst>
            <pc:docMk/>
            <pc:sldMk cId="3206545189" sldId="256"/>
            <ac:spMk id="8" creationId="{91BE7FFE-AAD5-4303-26E4-10DDFA4A5588}"/>
          </ac:spMkLst>
        </pc:spChg>
        <pc:spChg chg="mod">
          <ac:chgData name="Nathan Stechschulte" userId="S::nstechschulte@unomaha.edu::09d62183-fe8f-45ba-a25e-1596ecd90472" providerId="AD" clId="Web-{02F90C2A-2F83-9E63-E6E2-26B086A7C75E}" dt="2025-05-08T03:52:32.635" v="4" actId="1076"/>
          <ac:spMkLst>
            <pc:docMk/>
            <pc:sldMk cId="3206545189" sldId="256"/>
            <ac:spMk id="12" creationId="{99049B26-273B-2482-9C20-3C1936A5D07B}"/>
          </ac:spMkLst>
        </pc:spChg>
        <pc:cxnChg chg="mod">
          <ac:chgData name="Nathan Stechschulte" userId="S::nstechschulte@unomaha.edu::09d62183-fe8f-45ba-a25e-1596ecd90472" providerId="AD" clId="Web-{02F90C2A-2F83-9E63-E6E2-26B086A7C75E}" dt="2025-05-08T03:52:52.151" v="8" actId="1076"/>
          <ac:cxnSpMkLst>
            <pc:docMk/>
            <pc:sldMk cId="3206545189" sldId="256"/>
            <ac:cxnSpMk id="10" creationId="{D1D8635E-3BAF-6593-3750-E7BF7CDA1DE3}"/>
          </ac:cxnSpMkLst>
        </pc:cxnChg>
      </pc:sldChg>
    </pc:docChg>
  </pc:docChgLst>
  <pc:docChgLst>
    <pc:chgData name="Nathan Stechschulte" userId="S::nstechschulte@unomaha.edu::09d62183-fe8f-45ba-a25e-1596ecd90472" providerId="AD" clId="Web-{A599CAC4-6D27-BD6F-E17D-4DFA842629BA}"/>
    <pc:docChg chg="modSld">
      <pc:chgData name="Nathan Stechschulte" userId="S::nstechschulte@unomaha.edu::09d62183-fe8f-45ba-a25e-1596ecd90472" providerId="AD" clId="Web-{A599CAC4-6D27-BD6F-E17D-4DFA842629BA}" dt="2025-05-02T03:11:12.814" v="0" actId="1076"/>
      <pc:docMkLst>
        <pc:docMk/>
      </pc:docMkLst>
      <pc:sldChg chg="modSp">
        <pc:chgData name="Nathan Stechschulte" userId="S::nstechschulte@unomaha.edu::09d62183-fe8f-45ba-a25e-1596ecd90472" providerId="AD" clId="Web-{A599CAC4-6D27-BD6F-E17D-4DFA842629BA}" dt="2025-05-02T03:11:12.814" v="0" actId="1076"/>
        <pc:sldMkLst>
          <pc:docMk/>
          <pc:sldMk cId="1817592211" sldId="259"/>
        </pc:sldMkLst>
        <pc:graphicFrameChg chg="mod">
          <ac:chgData name="Nathan Stechschulte" userId="S::nstechschulte@unomaha.edu::09d62183-fe8f-45ba-a25e-1596ecd90472" providerId="AD" clId="Web-{A599CAC4-6D27-BD6F-E17D-4DFA842629BA}" dt="2025-05-02T03:11:12.814" v="0" actId="1076"/>
          <ac:graphicFrameMkLst>
            <pc:docMk/>
            <pc:sldMk cId="1817592211" sldId="259"/>
            <ac:graphicFrameMk id="4" creationId="{15C77E0B-A888-ED07-A626-74C99B7C345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16F51E-C54D-498A-9C9A-64E6188961E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530F6AC-0335-4909-82B4-3AB963435158}">
      <dgm:prSet phldrT="[Text]"/>
      <dgm:spPr/>
      <dgm:t>
        <a:bodyPr/>
        <a:lstStyle/>
        <a:p>
          <a:r>
            <a:rPr lang="en-US" dirty="0"/>
            <a:t>Pollyanna</a:t>
          </a:r>
        </a:p>
      </dgm:t>
    </dgm:pt>
    <dgm:pt modelId="{C5375454-1556-42B7-93C7-E5B002EC3628}" type="parTrans" cxnId="{C854E4AA-FE95-4A25-AB4D-38931BB0760F}">
      <dgm:prSet/>
      <dgm:spPr/>
      <dgm:t>
        <a:bodyPr/>
        <a:lstStyle/>
        <a:p>
          <a:endParaRPr lang="en-US"/>
        </a:p>
      </dgm:t>
    </dgm:pt>
    <dgm:pt modelId="{7F232CA4-6641-4356-91D5-425CBF71E968}" type="sibTrans" cxnId="{C854E4AA-FE95-4A25-AB4D-38931BB0760F}">
      <dgm:prSet/>
      <dgm:spPr/>
      <dgm:t>
        <a:bodyPr/>
        <a:lstStyle/>
        <a:p>
          <a:endParaRPr lang="en-US"/>
        </a:p>
      </dgm:t>
    </dgm:pt>
    <dgm:pt modelId="{FEBA0AF1-BE13-48E5-855E-A92D9E8FD9E9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FBE3601E-8FDC-48C5-9E8D-864AD564EAD9}" type="parTrans" cxnId="{D19F975E-9F2D-4310-8D70-1C443414382B}">
      <dgm:prSet/>
      <dgm:spPr/>
      <dgm:t>
        <a:bodyPr/>
        <a:lstStyle/>
        <a:p>
          <a:endParaRPr lang="en-US"/>
        </a:p>
      </dgm:t>
    </dgm:pt>
    <dgm:pt modelId="{47B48FC9-7FEB-4E2E-BB97-2E6DC261AA59}" type="sibTrans" cxnId="{D19F975E-9F2D-4310-8D70-1C443414382B}">
      <dgm:prSet/>
      <dgm:spPr/>
      <dgm:t>
        <a:bodyPr/>
        <a:lstStyle/>
        <a:p>
          <a:endParaRPr lang="en-US"/>
        </a:p>
      </dgm:t>
    </dgm:pt>
    <dgm:pt modelId="{541D7AEA-EA21-441B-9458-3D1D9947BD27}">
      <dgm:prSet phldrT="[Text]"/>
      <dgm:spPr/>
      <dgm:t>
        <a:bodyPr/>
        <a:lstStyle/>
        <a:p>
          <a:r>
            <a:rPr lang="en-US" dirty="0"/>
            <a:t>Pollyanna</a:t>
          </a:r>
        </a:p>
      </dgm:t>
    </dgm:pt>
    <dgm:pt modelId="{85A934A8-B38F-4AE0-829E-61C6903CBA9C}" type="parTrans" cxnId="{DF1ED211-01E5-4A0B-BC1E-04EDB82DA92A}">
      <dgm:prSet/>
      <dgm:spPr/>
      <dgm:t>
        <a:bodyPr/>
        <a:lstStyle/>
        <a:p>
          <a:endParaRPr lang="en-US"/>
        </a:p>
      </dgm:t>
    </dgm:pt>
    <dgm:pt modelId="{1119BEB8-7E25-4597-BDED-39D24A71F77F}" type="sibTrans" cxnId="{DF1ED211-01E5-4A0B-BC1E-04EDB82DA92A}">
      <dgm:prSet/>
      <dgm:spPr/>
      <dgm:t>
        <a:bodyPr/>
        <a:lstStyle/>
        <a:p>
          <a:endParaRPr lang="en-US"/>
        </a:p>
      </dgm:t>
    </dgm:pt>
    <dgm:pt modelId="{0BAFFEB8-84E9-4C46-BA15-13093A9ADF4F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E19762B8-01E0-4EE1-ABD4-D72F9C0AF5B6}" type="parTrans" cxnId="{D241903E-0383-442C-8A89-D02772112E01}">
      <dgm:prSet/>
      <dgm:spPr/>
      <dgm:t>
        <a:bodyPr/>
        <a:lstStyle/>
        <a:p>
          <a:endParaRPr lang="en-US"/>
        </a:p>
      </dgm:t>
    </dgm:pt>
    <dgm:pt modelId="{28BC42F3-C073-413E-B240-8E299F42D966}" type="sibTrans" cxnId="{D241903E-0383-442C-8A89-D02772112E01}">
      <dgm:prSet/>
      <dgm:spPr/>
      <dgm:t>
        <a:bodyPr/>
        <a:lstStyle/>
        <a:p>
          <a:endParaRPr lang="en-US"/>
        </a:p>
      </dgm:t>
    </dgm:pt>
    <dgm:pt modelId="{A0204D57-FCF1-432E-AE23-1D47FD9260CB}">
      <dgm:prSet phldrT="[Text]"/>
      <dgm:spPr/>
      <dgm:t>
        <a:bodyPr/>
        <a:lstStyle/>
        <a:p>
          <a:r>
            <a:rPr lang="en-US" dirty="0"/>
            <a:t>Pollyanna</a:t>
          </a:r>
        </a:p>
      </dgm:t>
    </dgm:pt>
    <dgm:pt modelId="{E87994AA-4A9D-4719-98B4-02E6596BCC0A}" type="parTrans" cxnId="{C7921033-BE8C-47F5-BB2A-80745407A828}">
      <dgm:prSet/>
      <dgm:spPr/>
      <dgm:t>
        <a:bodyPr/>
        <a:lstStyle/>
        <a:p>
          <a:endParaRPr lang="en-US"/>
        </a:p>
      </dgm:t>
    </dgm:pt>
    <dgm:pt modelId="{F46962DB-BA9C-425A-B3C9-9D48D8984879}" type="sibTrans" cxnId="{C7921033-BE8C-47F5-BB2A-80745407A828}">
      <dgm:prSet/>
      <dgm:spPr/>
      <dgm:t>
        <a:bodyPr/>
        <a:lstStyle/>
        <a:p>
          <a:endParaRPr lang="en-US"/>
        </a:p>
      </dgm:t>
    </dgm:pt>
    <dgm:pt modelId="{BAB337A4-CE5A-4CA6-8223-668DF446AF56}">
      <dgm:prSet phldrT="[Text]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Zyrus</a:t>
          </a:r>
        </a:p>
      </dgm:t>
    </dgm:pt>
    <dgm:pt modelId="{2F701982-6E6A-415D-8F2D-F3E47330ED38}" type="parTrans" cxnId="{CEB59330-810B-4233-8F65-4A29A1CC82D4}">
      <dgm:prSet/>
      <dgm:spPr/>
      <dgm:t>
        <a:bodyPr/>
        <a:lstStyle/>
        <a:p>
          <a:endParaRPr lang="en-US"/>
        </a:p>
      </dgm:t>
    </dgm:pt>
    <dgm:pt modelId="{1FD7646D-7F8C-43A5-B720-8B1CFDFB82C8}" type="sibTrans" cxnId="{CEB59330-810B-4233-8F65-4A29A1CC82D4}">
      <dgm:prSet/>
      <dgm:spPr/>
      <dgm:t>
        <a:bodyPr/>
        <a:lstStyle/>
        <a:p>
          <a:endParaRPr lang="en-US"/>
        </a:p>
      </dgm:t>
    </dgm:pt>
    <dgm:pt modelId="{E98AE61A-18A3-4B1F-B1E2-15A25BBC9F11}">
      <dgm:prSet phldrT="[Text]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Elliette</a:t>
          </a:r>
        </a:p>
      </dgm:t>
    </dgm:pt>
    <dgm:pt modelId="{CB0D1D86-CAD9-4EAD-95D3-9848617A63AB}" type="parTrans" cxnId="{235EC696-8B17-43C0-9C39-9A9B56E44438}">
      <dgm:prSet/>
      <dgm:spPr/>
      <dgm:t>
        <a:bodyPr/>
        <a:lstStyle/>
        <a:p>
          <a:endParaRPr lang="en-US"/>
        </a:p>
      </dgm:t>
    </dgm:pt>
    <dgm:pt modelId="{67806447-D8D1-4971-B23C-2B3B10376791}" type="sibTrans" cxnId="{235EC696-8B17-43C0-9C39-9A9B56E44438}">
      <dgm:prSet/>
      <dgm:spPr/>
      <dgm:t>
        <a:bodyPr/>
        <a:lstStyle/>
        <a:p>
          <a:endParaRPr lang="en-US"/>
        </a:p>
      </dgm:t>
    </dgm:pt>
    <dgm:pt modelId="{003A8E44-53B5-41AB-9C14-5C8247EE774D}">
      <dgm:prSet phldrT="[Text]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Zyrus</a:t>
          </a:r>
          <a:endParaRPr lang="en-US" dirty="0"/>
        </a:p>
      </dgm:t>
    </dgm:pt>
    <dgm:pt modelId="{9643A05A-9190-437D-A17E-CA0E7436A751}" type="parTrans" cxnId="{D2819E4C-C682-4C1D-8EE0-7B37308D747A}">
      <dgm:prSet/>
      <dgm:spPr/>
      <dgm:t>
        <a:bodyPr/>
        <a:lstStyle/>
        <a:p>
          <a:endParaRPr lang="en-US"/>
        </a:p>
      </dgm:t>
    </dgm:pt>
    <dgm:pt modelId="{451AFFD8-F59F-4988-99B6-517C6236B639}" type="sibTrans" cxnId="{D2819E4C-C682-4C1D-8EE0-7B37308D747A}">
      <dgm:prSet/>
      <dgm:spPr/>
      <dgm:t>
        <a:bodyPr/>
        <a:lstStyle/>
        <a:p>
          <a:endParaRPr lang="en-US"/>
        </a:p>
      </dgm:t>
    </dgm:pt>
    <dgm:pt modelId="{2A7EEE50-198A-44B6-BD8F-D6B03D21C46F}">
      <dgm:prSet phldrT="[Text]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Elliette</a:t>
          </a:r>
        </a:p>
      </dgm:t>
    </dgm:pt>
    <dgm:pt modelId="{E405D2CC-C8AE-491D-96D4-F9E5818128E1}" type="parTrans" cxnId="{27C29983-118F-4B8F-814B-8883EF902072}">
      <dgm:prSet/>
      <dgm:spPr/>
      <dgm:t>
        <a:bodyPr/>
        <a:lstStyle/>
        <a:p>
          <a:endParaRPr lang="en-US"/>
        </a:p>
      </dgm:t>
    </dgm:pt>
    <dgm:pt modelId="{4F642637-249E-402E-9285-527EF6E75F60}" type="sibTrans" cxnId="{27C29983-118F-4B8F-814B-8883EF902072}">
      <dgm:prSet/>
      <dgm:spPr/>
      <dgm:t>
        <a:bodyPr/>
        <a:lstStyle/>
        <a:p>
          <a:endParaRPr lang="en-US"/>
        </a:p>
      </dgm:t>
    </dgm:pt>
    <dgm:pt modelId="{E550D3E7-0357-4A32-9783-E73678E7C3B3}" type="pres">
      <dgm:prSet presAssocID="{5216F51E-C54D-498A-9C9A-64E6188961E2}" presName="Name0" presStyleCnt="0">
        <dgm:presLayoutVars>
          <dgm:dir/>
          <dgm:resizeHandles val="exact"/>
        </dgm:presLayoutVars>
      </dgm:prSet>
      <dgm:spPr/>
    </dgm:pt>
    <dgm:pt modelId="{E6412A93-852E-4224-AFAA-978E8F7C4082}" type="pres">
      <dgm:prSet presAssocID="{4530F6AC-0335-4909-82B4-3AB963435158}" presName="node" presStyleLbl="node1" presStyleIdx="0" presStyleCnt="9">
        <dgm:presLayoutVars>
          <dgm:bulletEnabled val="1"/>
        </dgm:presLayoutVars>
      </dgm:prSet>
      <dgm:spPr/>
    </dgm:pt>
    <dgm:pt modelId="{F84BB62E-68D4-42AF-AC2E-C8F25B1EBE3D}" type="pres">
      <dgm:prSet presAssocID="{7F232CA4-6641-4356-91D5-425CBF71E968}" presName="sibTrans" presStyleLbl="sibTrans2D1" presStyleIdx="0" presStyleCnt="8"/>
      <dgm:spPr/>
    </dgm:pt>
    <dgm:pt modelId="{57959E7B-970C-471D-B191-BC8D33B89F1D}" type="pres">
      <dgm:prSet presAssocID="{7F232CA4-6641-4356-91D5-425CBF71E968}" presName="connectorText" presStyleLbl="sibTrans2D1" presStyleIdx="0" presStyleCnt="8"/>
      <dgm:spPr/>
    </dgm:pt>
    <dgm:pt modelId="{338D65F0-6760-4494-B693-D8EFA78377BC}" type="pres">
      <dgm:prSet presAssocID="{FEBA0AF1-BE13-48E5-855E-A92D9E8FD9E9}" presName="node" presStyleLbl="node1" presStyleIdx="1" presStyleCnt="9">
        <dgm:presLayoutVars>
          <dgm:bulletEnabled val="1"/>
        </dgm:presLayoutVars>
      </dgm:prSet>
      <dgm:spPr/>
    </dgm:pt>
    <dgm:pt modelId="{02F0C79C-13BB-4E39-B4E6-2AD42B7A8774}" type="pres">
      <dgm:prSet presAssocID="{47B48FC9-7FEB-4E2E-BB97-2E6DC261AA59}" presName="sibTrans" presStyleLbl="sibTrans2D1" presStyleIdx="1" presStyleCnt="8"/>
      <dgm:spPr/>
    </dgm:pt>
    <dgm:pt modelId="{B7F36703-8396-476B-A367-F531785C32B4}" type="pres">
      <dgm:prSet presAssocID="{47B48FC9-7FEB-4E2E-BB97-2E6DC261AA59}" presName="connectorText" presStyleLbl="sibTrans2D1" presStyleIdx="1" presStyleCnt="8"/>
      <dgm:spPr/>
    </dgm:pt>
    <dgm:pt modelId="{913B80EC-4E3D-4AED-9F66-361F93ECE365}" type="pres">
      <dgm:prSet presAssocID="{541D7AEA-EA21-441B-9458-3D1D9947BD27}" presName="node" presStyleLbl="node1" presStyleIdx="2" presStyleCnt="9">
        <dgm:presLayoutVars>
          <dgm:bulletEnabled val="1"/>
        </dgm:presLayoutVars>
      </dgm:prSet>
      <dgm:spPr/>
    </dgm:pt>
    <dgm:pt modelId="{3792794B-788C-429D-9714-82DDDC8766E1}" type="pres">
      <dgm:prSet presAssocID="{1119BEB8-7E25-4597-BDED-39D24A71F77F}" presName="sibTrans" presStyleLbl="sibTrans2D1" presStyleIdx="2" presStyleCnt="8"/>
      <dgm:spPr/>
    </dgm:pt>
    <dgm:pt modelId="{C1E504A3-087D-467A-8F0C-5D47B86C39D1}" type="pres">
      <dgm:prSet presAssocID="{1119BEB8-7E25-4597-BDED-39D24A71F77F}" presName="connectorText" presStyleLbl="sibTrans2D1" presStyleIdx="2" presStyleCnt="8"/>
      <dgm:spPr/>
    </dgm:pt>
    <dgm:pt modelId="{55715C91-CCAF-47F4-B7F5-7CAFF98C20D2}" type="pres">
      <dgm:prSet presAssocID="{0BAFFEB8-84E9-4C46-BA15-13093A9ADF4F}" presName="node" presStyleLbl="node1" presStyleIdx="3" presStyleCnt="9">
        <dgm:presLayoutVars>
          <dgm:bulletEnabled val="1"/>
        </dgm:presLayoutVars>
      </dgm:prSet>
      <dgm:spPr/>
    </dgm:pt>
    <dgm:pt modelId="{C0BB485B-DF71-4CEC-8808-0DAFC18D0A4A}" type="pres">
      <dgm:prSet presAssocID="{28BC42F3-C073-413E-B240-8E299F42D966}" presName="sibTrans" presStyleLbl="sibTrans2D1" presStyleIdx="3" presStyleCnt="8"/>
      <dgm:spPr/>
    </dgm:pt>
    <dgm:pt modelId="{0F205EBE-BE4D-47D5-BBAC-4A2EBAA3F40F}" type="pres">
      <dgm:prSet presAssocID="{28BC42F3-C073-413E-B240-8E299F42D966}" presName="connectorText" presStyleLbl="sibTrans2D1" presStyleIdx="3" presStyleCnt="8"/>
      <dgm:spPr/>
    </dgm:pt>
    <dgm:pt modelId="{59012ADF-0F14-44EC-B3E3-0EB701FE76B6}" type="pres">
      <dgm:prSet presAssocID="{A0204D57-FCF1-432E-AE23-1D47FD9260CB}" presName="node" presStyleLbl="node1" presStyleIdx="4" presStyleCnt="9">
        <dgm:presLayoutVars>
          <dgm:bulletEnabled val="1"/>
        </dgm:presLayoutVars>
      </dgm:prSet>
      <dgm:spPr/>
    </dgm:pt>
    <dgm:pt modelId="{3A683A12-FDF1-4453-A735-FC181935A230}" type="pres">
      <dgm:prSet presAssocID="{F46962DB-BA9C-425A-B3C9-9D48D8984879}" presName="sibTrans" presStyleLbl="sibTrans2D1" presStyleIdx="4" presStyleCnt="8"/>
      <dgm:spPr/>
    </dgm:pt>
    <dgm:pt modelId="{260A691C-A44E-46DA-8065-C556AB7EF3E9}" type="pres">
      <dgm:prSet presAssocID="{F46962DB-BA9C-425A-B3C9-9D48D8984879}" presName="connectorText" presStyleLbl="sibTrans2D1" presStyleIdx="4" presStyleCnt="8"/>
      <dgm:spPr/>
    </dgm:pt>
    <dgm:pt modelId="{908D01E1-F4E6-4EC9-96D4-4FAEDC6C44DC}" type="pres">
      <dgm:prSet presAssocID="{BAB337A4-CE5A-4CA6-8223-668DF446AF56}" presName="node" presStyleLbl="node1" presStyleIdx="5" presStyleCnt="9">
        <dgm:presLayoutVars>
          <dgm:bulletEnabled val="1"/>
        </dgm:presLayoutVars>
      </dgm:prSet>
      <dgm:spPr/>
    </dgm:pt>
    <dgm:pt modelId="{48813F4C-10FA-463F-84E0-01C46C24BE6C}" type="pres">
      <dgm:prSet presAssocID="{1FD7646D-7F8C-43A5-B720-8B1CFDFB82C8}" presName="sibTrans" presStyleLbl="sibTrans2D1" presStyleIdx="5" presStyleCnt="8"/>
      <dgm:spPr/>
    </dgm:pt>
    <dgm:pt modelId="{3AE414AD-2ADF-4177-BD8D-FC356BFB3501}" type="pres">
      <dgm:prSet presAssocID="{1FD7646D-7F8C-43A5-B720-8B1CFDFB82C8}" presName="connectorText" presStyleLbl="sibTrans2D1" presStyleIdx="5" presStyleCnt="8"/>
      <dgm:spPr/>
    </dgm:pt>
    <dgm:pt modelId="{E2C3E560-EC76-405A-8250-1951F947D24B}" type="pres">
      <dgm:prSet presAssocID="{E98AE61A-18A3-4B1F-B1E2-15A25BBC9F11}" presName="node" presStyleLbl="node1" presStyleIdx="6" presStyleCnt="9">
        <dgm:presLayoutVars>
          <dgm:bulletEnabled val="1"/>
        </dgm:presLayoutVars>
      </dgm:prSet>
      <dgm:spPr/>
    </dgm:pt>
    <dgm:pt modelId="{5FE4D172-4F06-46FD-A9CD-833B198B8C01}" type="pres">
      <dgm:prSet presAssocID="{67806447-D8D1-4971-B23C-2B3B10376791}" presName="sibTrans" presStyleLbl="sibTrans2D1" presStyleIdx="6" presStyleCnt="8"/>
      <dgm:spPr/>
    </dgm:pt>
    <dgm:pt modelId="{8BE175A1-7901-4A03-9890-2BBC3B6F64AB}" type="pres">
      <dgm:prSet presAssocID="{67806447-D8D1-4971-B23C-2B3B10376791}" presName="connectorText" presStyleLbl="sibTrans2D1" presStyleIdx="6" presStyleCnt="8"/>
      <dgm:spPr/>
    </dgm:pt>
    <dgm:pt modelId="{F72729C3-38DC-4CE6-84A8-1A4E9CC32B70}" type="pres">
      <dgm:prSet presAssocID="{003A8E44-53B5-41AB-9C14-5C8247EE774D}" presName="node" presStyleLbl="node1" presStyleIdx="7" presStyleCnt="9">
        <dgm:presLayoutVars>
          <dgm:bulletEnabled val="1"/>
        </dgm:presLayoutVars>
      </dgm:prSet>
      <dgm:spPr/>
    </dgm:pt>
    <dgm:pt modelId="{9EA36099-93EA-42D0-9CEE-95299A71CADB}" type="pres">
      <dgm:prSet presAssocID="{451AFFD8-F59F-4988-99B6-517C6236B639}" presName="sibTrans" presStyleLbl="sibTrans2D1" presStyleIdx="7" presStyleCnt="8"/>
      <dgm:spPr/>
    </dgm:pt>
    <dgm:pt modelId="{DF5D7727-0B87-4ED0-8175-0DE7C39708BE}" type="pres">
      <dgm:prSet presAssocID="{451AFFD8-F59F-4988-99B6-517C6236B639}" presName="connectorText" presStyleLbl="sibTrans2D1" presStyleIdx="7" presStyleCnt="8"/>
      <dgm:spPr/>
    </dgm:pt>
    <dgm:pt modelId="{C20D710B-E39F-4A7A-95E4-9688144FA87B}" type="pres">
      <dgm:prSet presAssocID="{2A7EEE50-198A-44B6-BD8F-D6B03D21C46F}" presName="node" presStyleLbl="node1" presStyleIdx="8" presStyleCnt="9">
        <dgm:presLayoutVars>
          <dgm:bulletEnabled val="1"/>
        </dgm:presLayoutVars>
      </dgm:prSet>
      <dgm:spPr/>
    </dgm:pt>
  </dgm:ptLst>
  <dgm:cxnLst>
    <dgm:cxn modelId="{1213AD00-E61C-452E-B9ED-DC48D513A431}" type="presOf" srcId="{BAB337A4-CE5A-4CA6-8223-668DF446AF56}" destId="{908D01E1-F4E6-4EC9-96D4-4FAEDC6C44DC}" srcOrd="0" destOrd="0" presId="urn:microsoft.com/office/officeart/2005/8/layout/process1"/>
    <dgm:cxn modelId="{7E24F800-DC13-41BF-A37E-CE483D4D5AA5}" type="presOf" srcId="{003A8E44-53B5-41AB-9C14-5C8247EE774D}" destId="{F72729C3-38DC-4CE6-84A8-1A4E9CC32B70}" srcOrd="0" destOrd="0" presId="urn:microsoft.com/office/officeart/2005/8/layout/process1"/>
    <dgm:cxn modelId="{DF1ED211-01E5-4A0B-BC1E-04EDB82DA92A}" srcId="{5216F51E-C54D-498A-9C9A-64E6188961E2}" destId="{541D7AEA-EA21-441B-9458-3D1D9947BD27}" srcOrd="2" destOrd="0" parTransId="{85A934A8-B38F-4AE0-829E-61C6903CBA9C}" sibTransId="{1119BEB8-7E25-4597-BDED-39D24A71F77F}"/>
    <dgm:cxn modelId="{50AF2016-4DC7-47BC-AFC2-885347C8D075}" type="presOf" srcId="{4530F6AC-0335-4909-82B4-3AB963435158}" destId="{E6412A93-852E-4224-AFAA-978E8F7C4082}" srcOrd="0" destOrd="0" presId="urn:microsoft.com/office/officeart/2005/8/layout/process1"/>
    <dgm:cxn modelId="{CEB59330-810B-4233-8F65-4A29A1CC82D4}" srcId="{5216F51E-C54D-498A-9C9A-64E6188961E2}" destId="{BAB337A4-CE5A-4CA6-8223-668DF446AF56}" srcOrd="5" destOrd="0" parTransId="{2F701982-6E6A-415D-8F2D-F3E47330ED38}" sibTransId="{1FD7646D-7F8C-43A5-B720-8B1CFDFB82C8}"/>
    <dgm:cxn modelId="{C7921033-BE8C-47F5-BB2A-80745407A828}" srcId="{5216F51E-C54D-498A-9C9A-64E6188961E2}" destId="{A0204D57-FCF1-432E-AE23-1D47FD9260CB}" srcOrd="4" destOrd="0" parTransId="{E87994AA-4A9D-4719-98B4-02E6596BCC0A}" sibTransId="{F46962DB-BA9C-425A-B3C9-9D48D8984879}"/>
    <dgm:cxn modelId="{BEF68339-22A2-457D-883C-585325AB1961}" type="presOf" srcId="{47B48FC9-7FEB-4E2E-BB97-2E6DC261AA59}" destId="{B7F36703-8396-476B-A367-F531785C32B4}" srcOrd="1" destOrd="0" presId="urn:microsoft.com/office/officeart/2005/8/layout/process1"/>
    <dgm:cxn modelId="{D241903E-0383-442C-8A89-D02772112E01}" srcId="{5216F51E-C54D-498A-9C9A-64E6188961E2}" destId="{0BAFFEB8-84E9-4C46-BA15-13093A9ADF4F}" srcOrd="3" destOrd="0" parTransId="{E19762B8-01E0-4EE1-ABD4-D72F9C0AF5B6}" sibTransId="{28BC42F3-C073-413E-B240-8E299F42D966}"/>
    <dgm:cxn modelId="{5326AE40-ECB2-4A5D-B51B-48516622D261}" type="presOf" srcId="{7F232CA4-6641-4356-91D5-425CBF71E968}" destId="{F84BB62E-68D4-42AF-AC2E-C8F25B1EBE3D}" srcOrd="0" destOrd="0" presId="urn:microsoft.com/office/officeart/2005/8/layout/process1"/>
    <dgm:cxn modelId="{1B0DBB5D-FB06-47FA-A217-16707DA89383}" type="presOf" srcId="{A0204D57-FCF1-432E-AE23-1D47FD9260CB}" destId="{59012ADF-0F14-44EC-B3E3-0EB701FE76B6}" srcOrd="0" destOrd="0" presId="urn:microsoft.com/office/officeart/2005/8/layout/process1"/>
    <dgm:cxn modelId="{D19F975E-9F2D-4310-8D70-1C443414382B}" srcId="{5216F51E-C54D-498A-9C9A-64E6188961E2}" destId="{FEBA0AF1-BE13-48E5-855E-A92D9E8FD9E9}" srcOrd="1" destOrd="0" parTransId="{FBE3601E-8FDC-48C5-9E8D-864AD564EAD9}" sibTransId="{47B48FC9-7FEB-4E2E-BB97-2E6DC261AA59}"/>
    <dgm:cxn modelId="{18699E62-E2C9-49FE-8226-3680F1D14BC2}" type="presOf" srcId="{1FD7646D-7F8C-43A5-B720-8B1CFDFB82C8}" destId="{48813F4C-10FA-463F-84E0-01C46C24BE6C}" srcOrd="0" destOrd="0" presId="urn:microsoft.com/office/officeart/2005/8/layout/process1"/>
    <dgm:cxn modelId="{EB39B86B-58DE-4FB5-93F0-399301B3FAB7}" type="presOf" srcId="{E98AE61A-18A3-4B1F-B1E2-15A25BBC9F11}" destId="{E2C3E560-EC76-405A-8250-1951F947D24B}" srcOrd="0" destOrd="0" presId="urn:microsoft.com/office/officeart/2005/8/layout/process1"/>
    <dgm:cxn modelId="{D2819E4C-C682-4C1D-8EE0-7B37308D747A}" srcId="{5216F51E-C54D-498A-9C9A-64E6188961E2}" destId="{003A8E44-53B5-41AB-9C14-5C8247EE774D}" srcOrd="7" destOrd="0" parTransId="{9643A05A-9190-437D-A17E-CA0E7436A751}" sibTransId="{451AFFD8-F59F-4988-99B6-517C6236B639}"/>
    <dgm:cxn modelId="{F2EE0451-DB4D-4CA3-8372-C6584D7A7849}" type="presOf" srcId="{F46962DB-BA9C-425A-B3C9-9D48D8984879}" destId="{3A683A12-FDF1-4453-A735-FC181935A230}" srcOrd="0" destOrd="0" presId="urn:microsoft.com/office/officeart/2005/8/layout/process1"/>
    <dgm:cxn modelId="{6A052F76-7D5B-489B-9D16-66D440451639}" type="presOf" srcId="{1119BEB8-7E25-4597-BDED-39D24A71F77F}" destId="{C1E504A3-087D-467A-8F0C-5D47B86C39D1}" srcOrd="1" destOrd="0" presId="urn:microsoft.com/office/officeart/2005/8/layout/process1"/>
    <dgm:cxn modelId="{886B7D57-87C3-418D-8010-10402F31748B}" type="presOf" srcId="{451AFFD8-F59F-4988-99B6-517C6236B639}" destId="{DF5D7727-0B87-4ED0-8175-0DE7C39708BE}" srcOrd="1" destOrd="0" presId="urn:microsoft.com/office/officeart/2005/8/layout/process1"/>
    <dgm:cxn modelId="{15D19677-585E-469D-AD14-3059AA453215}" type="presOf" srcId="{5216F51E-C54D-498A-9C9A-64E6188961E2}" destId="{E550D3E7-0357-4A32-9783-E73678E7C3B3}" srcOrd="0" destOrd="0" presId="urn:microsoft.com/office/officeart/2005/8/layout/process1"/>
    <dgm:cxn modelId="{56B07D7E-9DAE-4C54-A8C0-014702AC52F4}" type="presOf" srcId="{541D7AEA-EA21-441B-9458-3D1D9947BD27}" destId="{913B80EC-4E3D-4AED-9F66-361F93ECE365}" srcOrd="0" destOrd="0" presId="urn:microsoft.com/office/officeart/2005/8/layout/process1"/>
    <dgm:cxn modelId="{B8E09D82-2488-4438-9388-39BA375B843B}" type="presOf" srcId="{451AFFD8-F59F-4988-99B6-517C6236B639}" destId="{9EA36099-93EA-42D0-9CEE-95299A71CADB}" srcOrd="0" destOrd="0" presId="urn:microsoft.com/office/officeart/2005/8/layout/process1"/>
    <dgm:cxn modelId="{60F34983-C9CE-47EF-A706-F1B6420C7418}" type="presOf" srcId="{FEBA0AF1-BE13-48E5-855E-A92D9E8FD9E9}" destId="{338D65F0-6760-4494-B693-D8EFA78377BC}" srcOrd="0" destOrd="0" presId="urn:microsoft.com/office/officeart/2005/8/layout/process1"/>
    <dgm:cxn modelId="{27C29983-118F-4B8F-814B-8883EF902072}" srcId="{5216F51E-C54D-498A-9C9A-64E6188961E2}" destId="{2A7EEE50-198A-44B6-BD8F-D6B03D21C46F}" srcOrd="8" destOrd="0" parTransId="{E405D2CC-C8AE-491D-96D4-F9E5818128E1}" sibTransId="{4F642637-249E-402E-9285-527EF6E75F60}"/>
    <dgm:cxn modelId="{235EC696-8B17-43C0-9C39-9A9B56E44438}" srcId="{5216F51E-C54D-498A-9C9A-64E6188961E2}" destId="{E98AE61A-18A3-4B1F-B1E2-15A25BBC9F11}" srcOrd="6" destOrd="0" parTransId="{CB0D1D86-CAD9-4EAD-95D3-9848617A63AB}" sibTransId="{67806447-D8D1-4971-B23C-2B3B10376791}"/>
    <dgm:cxn modelId="{2D2133A6-1A03-4FEE-8128-3663726C68DA}" type="presOf" srcId="{2A7EEE50-198A-44B6-BD8F-D6B03D21C46F}" destId="{C20D710B-E39F-4A7A-95E4-9688144FA87B}" srcOrd="0" destOrd="0" presId="urn:microsoft.com/office/officeart/2005/8/layout/process1"/>
    <dgm:cxn modelId="{199EE1A8-BE6C-4612-A424-907CA4BA17B5}" type="presOf" srcId="{0BAFFEB8-84E9-4C46-BA15-13093A9ADF4F}" destId="{55715C91-CCAF-47F4-B7F5-7CAFF98C20D2}" srcOrd="0" destOrd="0" presId="urn:microsoft.com/office/officeart/2005/8/layout/process1"/>
    <dgm:cxn modelId="{F14286A9-FF2D-4E27-84F3-84CF67664382}" type="presOf" srcId="{67806447-D8D1-4971-B23C-2B3B10376791}" destId="{5FE4D172-4F06-46FD-A9CD-833B198B8C01}" srcOrd="0" destOrd="0" presId="urn:microsoft.com/office/officeart/2005/8/layout/process1"/>
    <dgm:cxn modelId="{C854E4AA-FE95-4A25-AB4D-38931BB0760F}" srcId="{5216F51E-C54D-498A-9C9A-64E6188961E2}" destId="{4530F6AC-0335-4909-82B4-3AB963435158}" srcOrd="0" destOrd="0" parTransId="{C5375454-1556-42B7-93C7-E5B002EC3628}" sibTransId="{7F232CA4-6641-4356-91D5-425CBF71E968}"/>
    <dgm:cxn modelId="{A8F9BEAE-1807-4658-B69B-4EACE9FDFADE}" type="presOf" srcId="{1FD7646D-7F8C-43A5-B720-8B1CFDFB82C8}" destId="{3AE414AD-2ADF-4177-BD8D-FC356BFB3501}" srcOrd="1" destOrd="0" presId="urn:microsoft.com/office/officeart/2005/8/layout/process1"/>
    <dgm:cxn modelId="{56989EBB-17D4-4177-8076-307E06BB28C5}" type="presOf" srcId="{7F232CA4-6641-4356-91D5-425CBF71E968}" destId="{57959E7B-970C-471D-B191-BC8D33B89F1D}" srcOrd="1" destOrd="0" presId="urn:microsoft.com/office/officeart/2005/8/layout/process1"/>
    <dgm:cxn modelId="{4315A0D4-A8A1-4F3E-AB85-BBBA4343DA2C}" type="presOf" srcId="{1119BEB8-7E25-4597-BDED-39D24A71F77F}" destId="{3792794B-788C-429D-9714-82DDDC8766E1}" srcOrd="0" destOrd="0" presId="urn:microsoft.com/office/officeart/2005/8/layout/process1"/>
    <dgm:cxn modelId="{C73926D7-2FEE-48BB-8F65-84B1D685FEA8}" type="presOf" srcId="{67806447-D8D1-4971-B23C-2B3B10376791}" destId="{8BE175A1-7901-4A03-9890-2BBC3B6F64AB}" srcOrd="1" destOrd="0" presId="urn:microsoft.com/office/officeart/2005/8/layout/process1"/>
    <dgm:cxn modelId="{F523C1E1-B68C-49FF-99C6-05E9987D8FA1}" type="presOf" srcId="{28BC42F3-C073-413E-B240-8E299F42D966}" destId="{C0BB485B-DF71-4CEC-8808-0DAFC18D0A4A}" srcOrd="0" destOrd="0" presId="urn:microsoft.com/office/officeart/2005/8/layout/process1"/>
    <dgm:cxn modelId="{69727BE9-0973-4C3B-9FAC-42463C895F79}" type="presOf" srcId="{28BC42F3-C073-413E-B240-8E299F42D966}" destId="{0F205EBE-BE4D-47D5-BBAC-4A2EBAA3F40F}" srcOrd="1" destOrd="0" presId="urn:microsoft.com/office/officeart/2005/8/layout/process1"/>
    <dgm:cxn modelId="{DE489BF0-A71B-4A81-B715-B7867ED1B152}" type="presOf" srcId="{F46962DB-BA9C-425A-B3C9-9D48D8984879}" destId="{260A691C-A44E-46DA-8065-C556AB7EF3E9}" srcOrd="1" destOrd="0" presId="urn:microsoft.com/office/officeart/2005/8/layout/process1"/>
    <dgm:cxn modelId="{CE02EFF4-B141-4519-98A7-DD352841944A}" type="presOf" srcId="{47B48FC9-7FEB-4E2E-BB97-2E6DC261AA59}" destId="{02F0C79C-13BB-4E39-B4E6-2AD42B7A8774}" srcOrd="0" destOrd="0" presId="urn:microsoft.com/office/officeart/2005/8/layout/process1"/>
    <dgm:cxn modelId="{CB9235A4-8A43-4D81-A1B8-F5A8DDAB77C1}" type="presParOf" srcId="{E550D3E7-0357-4A32-9783-E73678E7C3B3}" destId="{E6412A93-852E-4224-AFAA-978E8F7C4082}" srcOrd="0" destOrd="0" presId="urn:microsoft.com/office/officeart/2005/8/layout/process1"/>
    <dgm:cxn modelId="{AA28F55A-A4E9-4649-A011-BA21D34AB482}" type="presParOf" srcId="{E550D3E7-0357-4A32-9783-E73678E7C3B3}" destId="{F84BB62E-68D4-42AF-AC2E-C8F25B1EBE3D}" srcOrd="1" destOrd="0" presId="urn:microsoft.com/office/officeart/2005/8/layout/process1"/>
    <dgm:cxn modelId="{2644298D-E7CE-4582-8EF5-A6B8309108E1}" type="presParOf" srcId="{F84BB62E-68D4-42AF-AC2E-C8F25B1EBE3D}" destId="{57959E7B-970C-471D-B191-BC8D33B89F1D}" srcOrd="0" destOrd="0" presId="urn:microsoft.com/office/officeart/2005/8/layout/process1"/>
    <dgm:cxn modelId="{090E14AD-8B8B-46C2-9E49-CEA05C8EC616}" type="presParOf" srcId="{E550D3E7-0357-4A32-9783-E73678E7C3B3}" destId="{338D65F0-6760-4494-B693-D8EFA78377BC}" srcOrd="2" destOrd="0" presId="urn:microsoft.com/office/officeart/2005/8/layout/process1"/>
    <dgm:cxn modelId="{204E2EEA-89F8-4192-807D-5B001193B388}" type="presParOf" srcId="{E550D3E7-0357-4A32-9783-E73678E7C3B3}" destId="{02F0C79C-13BB-4E39-B4E6-2AD42B7A8774}" srcOrd="3" destOrd="0" presId="urn:microsoft.com/office/officeart/2005/8/layout/process1"/>
    <dgm:cxn modelId="{735C50DE-52E4-4BFD-AA92-CA2B0192A598}" type="presParOf" srcId="{02F0C79C-13BB-4E39-B4E6-2AD42B7A8774}" destId="{B7F36703-8396-476B-A367-F531785C32B4}" srcOrd="0" destOrd="0" presId="urn:microsoft.com/office/officeart/2005/8/layout/process1"/>
    <dgm:cxn modelId="{B0416BF9-8161-43DF-BF2D-32B3413415F2}" type="presParOf" srcId="{E550D3E7-0357-4A32-9783-E73678E7C3B3}" destId="{913B80EC-4E3D-4AED-9F66-361F93ECE365}" srcOrd="4" destOrd="0" presId="urn:microsoft.com/office/officeart/2005/8/layout/process1"/>
    <dgm:cxn modelId="{BFEC3EBC-DC0F-4189-B5B2-E85EF0980ECF}" type="presParOf" srcId="{E550D3E7-0357-4A32-9783-E73678E7C3B3}" destId="{3792794B-788C-429D-9714-82DDDC8766E1}" srcOrd="5" destOrd="0" presId="urn:microsoft.com/office/officeart/2005/8/layout/process1"/>
    <dgm:cxn modelId="{8AB91AD3-2941-4343-A3C0-753EA0D59AC2}" type="presParOf" srcId="{3792794B-788C-429D-9714-82DDDC8766E1}" destId="{C1E504A3-087D-467A-8F0C-5D47B86C39D1}" srcOrd="0" destOrd="0" presId="urn:microsoft.com/office/officeart/2005/8/layout/process1"/>
    <dgm:cxn modelId="{7A7CD1E4-A27A-415A-987C-62DCD1247BB1}" type="presParOf" srcId="{E550D3E7-0357-4A32-9783-E73678E7C3B3}" destId="{55715C91-CCAF-47F4-B7F5-7CAFF98C20D2}" srcOrd="6" destOrd="0" presId="urn:microsoft.com/office/officeart/2005/8/layout/process1"/>
    <dgm:cxn modelId="{69F6CD2B-C4D3-4602-9DF8-CDAA4C9B27F9}" type="presParOf" srcId="{E550D3E7-0357-4A32-9783-E73678E7C3B3}" destId="{C0BB485B-DF71-4CEC-8808-0DAFC18D0A4A}" srcOrd="7" destOrd="0" presId="urn:microsoft.com/office/officeart/2005/8/layout/process1"/>
    <dgm:cxn modelId="{D2DEA44A-C394-4D16-B43A-4A95DE83C19A}" type="presParOf" srcId="{C0BB485B-DF71-4CEC-8808-0DAFC18D0A4A}" destId="{0F205EBE-BE4D-47D5-BBAC-4A2EBAA3F40F}" srcOrd="0" destOrd="0" presId="urn:microsoft.com/office/officeart/2005/8/layout/process1"/>
    <dgm:cxn modelId="{2425EF48-764C-4A51-B68F-A328C7196B7C}" type="presParOf" srcId="{E550D3E7-0357-4A32-9783-E73678E7C3B3}" destId="{59012ADF-0F14-44EC-B3E3-0EB701FE76B6}" srcOrd="8" destOrd="0" presId="urn:microsoft.com/office/officeart/2005/8/layout/process1"/>
    <dgm:cxn modelId="{168E4BB9-0A04-4FB1-8030-F01C5841E065}" type="presParOf" srcId="{E550D3E7-0357-4A32-9783-E73678E7C3B3}" destId="{3A683A12-FDF1-4453-A735-FC181935A230}" srcOrd="9" destOrd="0" presId="urn:microsoft.com/office/officeart/2005/8/layout/process1"/>
    <dgm:cxn modelId="{C9E1FFAA-8404-41B3-92B9-DB086905BE4E}" type="presParOf" srcId="{3A683A12-FDF1-4453-A735-FC181935A230}" destId="{260A691C-A44E-46DA-8065-C556AB7EF3E9}" srcOrd="0" destOrd="0" presId="urn:microsoft.com/office/officeart/2005/8/layout/process1"/>
    <dgm:cxn modelId="{67B5770E-0F6A-4911-A3AD-29C754EF6410}" type="presParOf" srcId="{E550D3E7-0357-4A32-9783-E73678E7C3B3}" destId="{908D01E1-F4E6-4EC9-96D4-4FAEDC6C44DC}" srcOrd="10" destOrd="0" presId="urn:microsoft.com/office/officeart/2005/8/layout/process1"/>
    <dgm:cxn modelId="{40480FFE-7A37-475E-BAF2-73321AE4699B}" type="presParOf" srcId="{E550D3E7-0357-4A32-9783-E73678E7C3B3}" destId="{48813F4C-10FA-463F-84E0-01C46C24BE6C}" srcOrd="11" destOrd="0" presId="urn:microsoft.com/office/officeart/2005/8/layout/process1"/>
    <dgm:cxn modelId="{E00F7291-27EE-4FCC-A224-492BD0AFC163}" type="presParOf" srcId="{48813F4C-10FA-463F-84E0-01C46C24BE6C}" destId="{3AE414AD-2ADF-4177-BD8D-FC356BFB3501}" srcOrd="0" destOrd="0" presId="urn:microsoft.com/office/officeart/2005/8/layout/process1"/>
    <dgm:cxn modelId="{9C7C3EBB-A4A3-4BC9-893E-886B99E2AA97}" type="presParOf" srcId="{E550D3E7-0357-4A32-9783-E73678E7C3B3}" destId="{E2C3E560-EC76-405A-8250-1951F947D24B}" srcOrd="12" destOrd="0" presId="urn:microsoft.com/office/officeart/2005/8/layout/process1"/>
    <dgm:cxn modelId="{4A553ED4-0C9E-4439-84D5-D0787B6BA125}" type="presParOf" srcId="{E550D3E7-0357-4A32-9783-E73678E7C3B3}" destId="{5FE4D172-4F06-46FD-A9CD-833B198B8C01}" srcOrd="13" destOrd="0" presId="urn:microsoft.com/office/officeart/2005/8/layout/process1"/>
    <dgm:cxn modelId="{12BF32FE-4D66-4365-8103-2E5824554AF3}" type="presParOf" srcId="{5FE4D172-4F06-46FD-A9CD-833B198B8C01}" destId="{8BE175A1-7901-4A03-9890-2BBC3B6F64AB}" srcOrd="0" destOrd="0" presId="urn:microsoft.com/office/officeart/2005/8/layout/process1"/>
    <dgm:cxn modelId="{F7E528AD-25EC-4B86-94AE-FB7F81AC22AB}" type="presParOf" srcId="{E550D3E7-0357-4A32-9783-E73678E7C3B3}" destId="{F72729C3-38DC-4CE6-84A8-1A4E9CC32B70}" srcOrd="14" destOrd="0" presId="urn:microsoft.com/office/officeart/2005/8/layout/process1"/>
    <dgm:cxn modelId="{236CD550-9F17-420B-A886-E10FCE5C5AB5}" type="presParOf" srcId="{E550D3E7-0357-4A32-9783-E73678E7C3B3}" destId="{9EA36099-93EA-42D0-9CEE-95299A71CADB}" srcOrd="15" destOrd="0" presId="urn:microsoft.com/office/officeart/2005/8/layout/process1"/>
    <dgm:cxn modelId="{87B0A5E2-839F-40DD-BF5E-B5F5EBEFA9CD}" type="presParOf" srcId="{9EA36099-93EA-42D0-9CEE-95299A71CADB}" destId="{DF5D7727-0B87-4ED0-8175-0DE7C39708BE}" srcOrd="0" destOrd="0" presId="urn:microsoft.com/office/officeart/2005/8/layout/process1"/>
    <dgm:cxn modelId="{A1A02872-CD4A-47A4-B32E-4399419C5AEA}" type="presParOf" srcId="{E550D3E7-0357-4A32-9783-E73678E7C3B3}" destId="{C20D710B-E39F-4A7A-95E4-9688144FA87B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16F51E-C54D-498A-9C9A-64E6188961E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530F6AC-0335-4909-82B4-3AB963435158}">
      <dgm:prSet phldrT="[Text]"/>
      <dgm:spPr/>
      <dgm:t>
        <a:bodyPr/>
        <a:lstStyle/>
        <a:p>
          <a:r>
            <a:rPr lang="en-US" dirty="0"/>
            <a:t>Pollyanna</a:t>
          </a:r>
        </a:p>
      </dgm:t>
    </dgm:pt>
    <dgm:pt modelId="{C5375454-1556-42B7-93C7-E5B002EC3628}" type="parTrans" cxnId="{C854E4AA-FE95-4A25-AB4D-38931BB0760F}">
      <dgm:prSet/>
      <dgm:spPr/>
      <dgm:t>
        <a:bodyPr/>
        <a:lstStyle/>
        <a:p>
          <a:endParaRPr lang="en-US"/>
        </a:p>
      </dgm:t>
    </dgm:pt>
    <dgm:pt modelId="{7F232CA4-6641-4356-91D5-425CBF71E968}" type="sibTrans" cxnId="{C854E4AA-FE95-4A25-AB4D-38931BB0760F}">
      <dgm:prSet/>
      <dgm:spPr/>
      <dgm:t>
        <a:bodyPr/>
        <a:lstStyle/>
        <a:p>
          <a:endParaRPr lang="en-US"/>
        </a:p>
      </dgm:t>
    </dgm:pt>
    <dgm:pt modelId="{FEBA0AF1-BE13-48E5-855E-A92D9E8FD9E9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FBE3601E-8FDC-48C5-9E8D-864AD564EAD9}" type="parTrans" cxnId="{D19F975E-9F2D-4310-8D70-1C443414382B}">
      <dgm:prSet/>
      <dgm:spPr/>
      <dgm:t>
        <a:bodyPr/>
        <a:lstStyle/>
        <a:p>
          <a:endParaRPr lang="en-US"/>
        </a:p>
      </dgm:t>
    </dgm:pt>
    <dgm:pt modelId="{47B48FC9-7FEB-4E2E-BB97-2E6DC261AA59}" type="sibTrans" cxnId="{D19F975E-9F2D-4310-8D70-1C443414382B}">
      <dgm:prSet/>
      <dgm:spPr/>
      <dgm:t>
        <a:bodyPr/>
        <a:lstStyle/>
        <a:p>
          <a:endParaRPr lang="en-US"/>
        </a:p>
      </dgm:t>
    </dgm:pt>
    <dgm:pt modelId="{541D7AEA-EA21-441B-9458-3D1D9947BD27}">
      <dgm:prSet phldrT="[Text]"/>
      <dgm:spPr/>
      <dgm:t>
        <a:bodyPr/>
        <a:lstStyle/>
        <a:p>
          <a:r>
            <a:rPr lang="en-US" dirty="0"/>
            <a:t>Pollyanna</a:t>
          </a:r>
        </a:p>
      </dgm:t>
    </dgm:pt>
    <dgm:pt modelId="{85A934A8-B38F-4AE0-829E-61C6903CBA9C}" type="parTrans" cxnId="{DF1ED211-01E5-4A0B-BC1E-04EDB82DA92A}">
      <dgm:prSet/>
      <dgm:spPr/>
      <dgm:t>
        <a:bodyPr/>
        <a:lstStyle/>
        <a:p>
          <a:endParaRPr lang="en-US"/>
        </a:p>
      </dgm:t>
    </dgm:pt>
    <dgm:pt modelId="{1119BEB8-7E25-4597-BDED-39D24A71F77F}" type="sibTrans" cxnId="{DF1ED211-01E5-4A0B-BC1E-04EDB82DA92A}">
      <dgm:prSet/>
      <dgm:spPr/>
      <dgm:t>
        <a:bodyPr/>
        <a:lstStyle/>
        <a:p>
          <a:endParaRPr lang="en-US"/>
        </a:p>
      </dgm:t>
    </dgm:pt>
    <dgm:pt modelId="{0BAFFEB8-84E9-4C46-BA15-13093A9ADF4F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E19762B8-01E0-4EE1-ABD4-D72F9C0AF5B6}" type="parTrans" cxnId="{D241903E-0383-442C-8A89-D02772112E01}">
      <dgm:prSet/>
      <dgm:spPr/>
      <dgm:t>
        <a:bodyPr/>
        <a:lstStyle/>
        <a:p>
          <a:endParaRPr lang="en-US"/>
        </a:p>
      </dgm:t>
    </dgm:pt>
    <dgm:pt modelId="{28BC42F3-C073-413E-B240-8E299F42D966}" type="sibTrans" cxnId="{D241903E-0383-442C-8A89-D02772112E01}">
      <dgm:prSet/>
      <dgm:spPr/>
      <dgm:t>
        <a:bodyPr/>
        <a:lstStyle/>
        <a:p>
          <a:endParaRPr lang="en-US"/>
        </a:p>
      </dgm:t>
    </dgm:pt>
    <dgm:pt modelId="{A0204D57-FCF1-432E-AE23-1D47FD9260CB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E87994AA-4A9D-4719-98B4-02E6596BCC0A}" type="parTrans" cxnId="{C7921033-BE8C-47F5-BB2A-80745407A828}">
      <dgm:prSet/>
      <dgm:spPr/>
      <dgm:t>
        <a:bodyPr/>
        <a:lstStyle/>
        <a:p>
          <a:endParaRPr lang="en-US"/>
        </a:p>
      </dgm:t>
    </dgm:pt>
    <dgm:pt modelId="{F46962DB-BA9C-425A-B3C9-9D48D8984879}" type="sibTrans" cxnId="{C7921033-BE8C-47F5-BB2A-80745407A828}">
      <dgm:prSet/>
      <dgm:spPr/>
      <dgm:t>
        <a:bodyPr/>
        <a:lstStyle/>
        <a:p>
          <a:endParaRPr lang="en-US"/>
        </a:p>
      </dgm:t>
    </dgm:pt>
    <dgm:pt modelId="{BAB337A4-CE5A-4CA6-8223-668DF446AF56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2F701982-6E6A-415D-8F2D-F3E47330ED38}" type="parTrans" cxnId="{CEB59330-810B-4233-8F65-4A29A1CC82D4}">
      <dgm:prSet/>
      <dgm:spPr/>
      <dgm:t>
        <a:bodyPr/>
        <a:lstStyle/>
        <a:p>
          <a:endParaRPr lang="en-US"/>
        </a:p>
      </dgm:t>
    </dgm:pt>
    <dgm:pt modelId="{1FD7646D-7F8C-43A5-B720-8B1CFDFB82C8}" type="sibTrans" cxnId="{CEB59330-810B-4233-8F65-4A29A1CC82D4}">
      <dgm:prSet/>
      <dgm:spPr/>
      <dgm:t>
        <a:bodyPr/>
        <a:lstStyle/>
        <a:p>
          <a:endParaRPr lang="en-US"/>
        </a:p>
      </dgm:t>
    </dgm:pt>
    <dgm:pt modelId="{E98AE61A-18A3-4B1F-B1E2-15A25BBC9F11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CB0D1D86-CAD9-4EAD-95D3-9848617A63AB}" type="parTrans" cxnId="{235EC696-8B17-43C0-9C39-9A9B56E44438}">
      <dgm:prSet/>
      <dgm:spPr/>
      <dgm:t>
        <a:bodyPr/>
        <a:lstStyle/>
        <a:p>
          <a:endParaRPr lang="en-US"/>
        </a:p>
      </dgm:t>
    </dgm:pt>
    <dgm:pt modelId="{67806447-D8D1-4971-B23C-2B3B10376791}" type="sibTrans" cxnId="{235EC696-8B17-43C0-9C39-9A9B56E44438}">
      <dgm:prSet/>
      <dgm:spPr/>
      <dgm:t>
        <a:bodyPr/>
        <a:lstStyle/>
        <a:p>
          <a:endParaRPr lang="en-US"/>
        </a:p>
      </dgm:t>
    </dgm:pt>
    <dgm:pt modelId="{003A8E44-53B5-41AB-9C14-5C8247EE774D}">
      <dgm:prSet phldrT="[Text]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Zyrus</a:t>
          </a:r>
          <a:endParaRPr lang="en-US" dirty="0"/>
        </a:p>
      </dgm:t>
    </dgm:pt>
    <dgm:pt modelId="{9643A05A-9190-437D-A17E-CA0E7436A751}" type="parTrans" cxnId="{D2819E4C-C682-4C1D-8EE0-7B37308D747A}">
      <dgm:prSet/>
      <dgm:spPr/>
      <dgm:t>
        <a:bodyPr/>
        <a:lstStyle/>
        <a:p>
          <a:endParaRPr lang="en-US"/>
        </a:p>
      </dgm:t>
    </dgm:pt>
    <dgm:pt modelId="{451AFFD8-F59F-4988-99B6-517C6236B639}" type="sibTrans" cxnId="{D2819E4C-C682-4C1D-8EE0-7B37308D747A}">
      <dgm:prSet/>
      <dgm:spPr/>
      <dgm:t>
        <a:bodyPr/>
        <a:lstStyle/>
        <a:p>
          <a:endParaRPr lang="en-US"/>
        </a:p>
      </dgm:t>
    </dgm:pt>
    <dgm:pt modelId="{2A7EEE50-198A-44B6-BD8F-D6B03D21C46F}">
      <dgm:prSet phldrT="[Text]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Elliette</a:t>
          </a:r>
        </a:p>
      </dgm:t>
    </dgm:pt>
    <dgm:pt modelId="{E405D2CC-C8AE-491D-96D4-F9E5818128E1}" type="parTrans" cxnId="{27C29983-118F-4B8F-814B-8883EF902072}">
      <dgm:prSet/>
      <dgm:spPr/>
      <dgm:t>
        <a:bodyPr/>
        <a:lstStyle/>
        <a:p>
          <a:endParaRPr lang="en-US"/>
        </a:p>
      </dgm:t>
    </dgm:pt>
    <dgm:pt modelId="{4F642637-249E-402E-9285-527EF6E75F60}" type="sibTrans" cxnId="{27C29983-118F-4B8F-814B-8883EF902072}">
      <dgm:prSet/>
      <dgm:spPr/>
      <dgm:t>
        <a:bodyPr/>
        <a:lstStyle/>
        <a:p>
          <a:endParaRPr lang="en-US"/>
        </a:p>
      </dgm:t>
    </dgm:pt>
    <dgm:pt modelId="{E550D3E7-0357-4A32-9783-E73678E7C3B3}" type="pres">
      <dgm:prSet presAssocID="{5216F51E-C54D-498A-9C9A-64E6188961E2}" presName="Name0" presStyleCnt="0">
        <dgm:presLayoutVars>
          <dgm:dir/>
          <dgm:resizeHandles val="exact"/>
        </dgm:presLayoutVars>
      </dgm:prSet>
      <dgm:spPr/>
    </dgm:pt>
    <dgm:pt modelId="{E6412A93-852E-4224-AFAA-978E8F7C4082}" type="pres">
      <dgm:prSet presAssocID="{4530F6AC-0335-4909-82B4-3AB963435158}" presName="node" presStyleLbl="node1" presStyleIdx="0" presStyleCnt="9">
        <dgm:presLayoutVars>
          <dgm:bulletEnabled val="1"/>
        </dgm:presLayoutVars>
      </dgm:prSet>
      <dgm:spPr/>
    </dgm:pt>
    <dgm:pt modelId="{F84BB62E-68D4-42AF-AC2E-C8F25B1EBE3D}" type="pres">
      <dgm:prSet presAssocID="{7F232CA4-6641-4356-91D5-425CBF71E968}" presName="sibTrans" presStyleLbl="sibTrans2D1" presStyleIdx="0" presStyleCnt="8"/>
      <dgm:spPr/>
    </dgm:pt>
    <dgm:pt modelId="{57959E7B-970C-471D-B191-BC8D33B89F1D}" type="pres">
      <dgm:prSet presAssocID="{7F232CA4-6641-4356-91D5-425CBF71E968}" presName="connectorText" presStyleLbl="sibTrans2D1" presStyleIdx="0" presStyleCnt="8"/>
      <dgm:spPr/>
    </dgm:pt>
    <dgm:pt modelId="{338D65F0-6760-4494-B693-D8EFA78377BC}" type="pres">
      <dgm:prSet presAssocID="{FEBA0AF1-BE13-48E5-855E-A92D9E8FD9E9}" presName="node" presStyleLbl="node1" presStyleIdx="1" presStyleCnt="9">
        <dgm:presLayoutVars>
          <dgm:bulletEnabled val="1"/>
        </dgm:presLayoutVars>
      </dgm:prSet>
      <dgm:spPr/>
    </dgm:pt>
    <dgm:pt modelId="{02F0C79C-13BB-4E39-B4E6-2AD42B7A8774}" type="pres">
      <dgm:prSet presAssocID="{47B48FC9-7FEB-4E2E-BB97-2E6DC261AA59}" presName="sibTrans" presStyleLbl="sibTrans2D1" presStyleIdx="1" presStyleCnt="8"/>
      <dgm:spPr/>
    </dgm:pt>
    <dgm:pt modelId="{B7F36703-8396-476B-A367-F531785C32B4}" type="pres">
      <dgm:prSet presAssocID="{47B48FC9-7FEB-4E2E-BB97-2E6DC261AA59}" presName="connectorText" presStyleLbl="sibTrans2D1" presStyleIdx="1" presStyleCnt="8"/>
      <dgm:spPr/>
    </dgm:pt>
    <dgm:pt modelId="{913B80EC-4E3D-4AED-9F66-361F93ECE365}" type="pres">
      <dgm:prSet presAssocID="{541D7AEA-EA21-441B-9458-3D1D9947BD27}" presName="node" presStyleLbl="node1" presStyleIdx="2" presStyleCnt="9">
        <dgm:presLayoutVars>
          <dgm:bulletEnabled val="1"/>
        </dgm:presLayoutVars>
      </dgm:prSet>
      <dgm:spPr/>
    </dgm:pt>
    <dgm:pt modelId="{3792794B-788C-429D-9714-82DDDC8766E1}" type="pres">
      <dgm:prSet presAssocID="{1119BEB8-7E25-4597-BDED-39D24A71F77F}" presName="sibTrans" presStyleLbl="sibTrans2D1" presStyleIdx="2" presStyleCnt="8"/>
      <dgm:spPr/>
    </dgm:pt>
    <dgm:pt modelId="{C1E504A3-087D-467A-8F0C-5D47B86C39D1}" type="pres">
      <dgm:prSet presAssocID="{1119BEB8-7E25-4597-BDED-39D24A71F77F}" presName="connectorText" presStyleLbl="sibTrans2D1" presStyleIdx="2" presStyleCnt="8"/>
      <dgm:spPr/>
    </dgm:pt>
    <dgm:pt modelId="{55715C91-CCAF-47F4-B7F5-7CAFF98C20D2}" type="pres">
      <dgm:prSet presAssocID="{0BAFFEB8-84E9-4C46-BA15-13093A9ADF4F}" presName="node" presStyleLbl="node1" presStyleIdx="3" presStyleCnt="9">
        <dgm:presLayoutVars>
          <dgm:bulletEnabled val="1"/>
        </dgm:presLayoutVars>
      </dgm:prSet>
      <dgm:spPr/>
    </dgm:pt>
    <dgm:pt modelId="{C0BB485B-DF71-4CEC-8808-0DAFC18D0A4A}" type="pres">
      <dgm:prSet presAssocID="{28BC42F3-C073-413E-B240-8E299F42D966}" presName="sibTrans" presStyleLbl="sibTrans2D1" presStyleIdx="3" presStyleCnt="8"/>
      <dgm:spPr/>
    </dgm:pt>
    <dgm:pt modelId="{0F205EBE-BE4D-47D5-BBAC-4A2EBAA3F40F}" type="pres">
      <dgm:prSet presAssocID="{28BC42F3-C073-413E-B240-8E299F42D966}" presName="connectorText" presStyleLbl="sibTrans2D1" presStyleIdx="3" presStyleCnt="8"/>
      <dgm:spPr/>
    </dgm:pt>
    <dgm:pt modelId="{59012ADF-0F14-44EC-B3E3-0EB701FE76B6}" type="pres">
      <dgm:prSet presAssocID="{A0204D57-FCF1-432E-AE23-1D47FD9260CB}" presName="node" presStyleLbl="node1" presStyleIdx="4" presStyleCnt="9">
        <dgm:presLayoutVars>
          <dgm:bulletEnabled val="1"/>
        </dgm:presLayoutVars>
      </dgm:prSet>
      <dgm:spPr/>
    </dgm:pt>
    <dgm:pt modelId="{3A683A12-FDF1-4453-A735-FC181935A230}" type="pres">
      <dgm:prSet presAssocID="{F46962DB-BA9C-425A-B3C9-9D48D8984879}" presName="sibTrans" presStyleLbl="sibTrans2D1" presStyleIdx="4" presStyleCnt="8"/>
      <dgm:spPr/>
    </dgm:pt>
    <dgm:pt modelId="{260A691C-A44E-46DA-8065-C556AB7EF3E9}" type="pres">
      <dgm:prSet presAssocID="{F46962DB-BA9C-425A-B3C9-9D48D8984879}" presName="connectorText" presStyleLbl="sibTrans2D1" presStyleIdx="4" presStyleCnt="8"/>
      <dgm:spPr/>
    </dgm:pt>
    <dgm:pt modelId="{908D01E1-F4E6-4EC9-96D4-4FAEDC6C44DC}" type="pres">
      <dgm:prSet presAssocID="{BAB337A4-CE5A-4CA6-8223-668DF446AF56}" presName="node" presStyleLbl="node1" presStyleIdx="5" presStyleCnt="9">
        <dgm:presLayoutVars>
          <dgm:bulletEnabled val="1"/>
        </dgm:presLayoutVars>
      </dgm:prSet>
      <dgm:spPr/>
    </dgm:pt>
    <dgm:pt modelId="{48813F4C-10FA-463F-84E0-01C46C24BE6C}" type="pres">
      <dgm:prSet presAssocID="{1FD7646D-7F8C-43A5-B720-8B1CFDFB82C8}" presName="sibTrans" presStyleLbl="sibTrans2D1" presStyleIdx="5" presStyleCnt="8"/>
      <dgm:spPr/>
    </dgm:pt>
    <dgm:pt modelId="{3AE414AD-2ADF-4177-BD8D-FC356BFB3501}" type="pres">
      <dgm:prSet presAssocID="{1FD7646D-7F8C-43A5-B720-8B1CFDFB82C8}" presName="connectorText" presStyleLbl="sibTrans2D1" presStyleIdx="5" presStyleCnt="8"/>
      <dgm:spPr/>
    </dgm:pt>
    <dgm:pt modelId="{E2C3E560-EC76-405A-8250-1951F947D24B}" type="pres">
      <dgm:prSet presAssocID="{E98AE61A-18A3-4B1F-B1E2-15A25BBC9F11}" presName="node" presStyleLbl="node1" presStyleIdx="6" presStyleCnt="9">
        <dgm:presLayoutVars>
          <dgm:bulletEnabled val="1"/>
        </dgm:presLayoutVars>
      </dgm:prSet>
      <dgm:spPr/>
    </dgm:pt>
    <dgm:pt modelId="{5FE4D172-4F06-46FD-A9CD-833B198B8C01}" type="pres">
      <dgm:prSet presAssocID="{67806447-D8D1-4971-B23C-2B3B10376791}" presName="sibTrans" presStyleLbl="sibTrans2D1" presStyleIdx="6" presStyleCnt="8"/>
      <dgm:spPr/>
    </dgm:pt>
    <dgm:pt modelId="{8BE175A1-7901-4A03-9890-2BBC3B6F64AB}" type="pres">
      <dgm:prSet presAssocID="{67806447-D8D1-4971-B23C-2B3B10376791}" presName="connectorText" presStyleLbl="sibTrans2D1" presStyleIdx="6" presStyleCnt="8"/>
      <dgm:spPr/>
    </dgm:pt>
    <dgm:pt modelId="{F72729C3-38DC-4CE6-84A8-1A4E9CC32B70}" type="pres">
      <dgm:prSet presAssocID="{003A8E44-53B5-41AB-9C14-5C8247EE774D}" presName="node" presStyleLbl="node1" presStyleIdx="7" presStyleCnt="9">
        <dgm:presLayoutVars>
          <dgm:bulletEnabled val="1"/>
        </dgm:presLayoutVars>
      </dgm:prSet>
      <dgm:spPr/>
    </dgm:pt>
    <dgm:pt modelId="{9EA36099-93EA-42D0-9CEE-95299A71CADB}" type="pres">
      <dgm:prSet presAssocID="{451AFFD8-F59F-4988-99B6-517C6236B639}" presName="sibTrans" presStyleLbl="sibTrans2D1" presStyleIdx="7" presStyleCnt="8"/>
      <dgm:spPr/>
    </dgm:pt>
    <dgm:pt modelId="{DF5D7727-0B87-4ED0-8175-0DE7C39708BE}" type="pres">
      <dgm:prSet presAssocID="{451AFFD8-F59F-4988-99B6-517C6236B639}" presName="connectorText" presStyleLbl="sibTrans2D1" presStyleIdx="7" presStyleCnt="8"/>
      <dgm:spPr/>
    </dgm:pt>
    <dgm:pt modelId="{C20D710B-E39F-4A7A-95E4-9688144FA87B}" type="pres">
      <dgm:prSet presAssocID="{2A7EEE50-198A-44B6-BD8F-D6B03D21C46F}" presName="node" presStyleLbl="node1" presStyleIdx="8" presStyleCnt="9">
        <dgm:presLayoutVars>
          <dgm:bulletEnabled val="1"/>
        </dgm:presLayoutVars>
      </dgm:prSet>
      <dgm:spPr/>
    </dgm:pt>
  </dgm:ptLst>
  <dgm:cxnLst>
    <dgm:cxn modelId="{1213AD00-E61C-452E-B9ED-DC48D513A431}" type="presOf" srcId="{BAB337A4-CE5A-4CA6-8223-668DF446AF56}" destId="{908D01E1-F4E6-4EC9-96D4-4FAEDC6C44DC}" srcOrd="0" destOrd="0" presId="urn:microsoft.com/office/officeart/2005/8/layout/process1"/>
    <dgm:cxn modelId="{7E24F800-DC13-41BF-A37E-CE483D4D5AA5}" type="presOf" srcId="{003A8E44-53B5-41AB-9C14-5C8247EE774D}" destId="{F72729C3-38DC-4CE6-84A8-1A4E9CC32B70}" srcOrd="0" destOrd="0" presId="urn:microsoft.com/office/officeart/2005/8/layout/process1"/>
    <dgm:cxn modelId="{DF1ED211-01E5-4A0B-BC1E-04EDB82DA92A}" srcId="{5216F51E-C54D-498A-9C9A-64E6188961E2}" destId="{541D7AEA-EA21-441B-9458-3D1D9947BD27}" srcOrd="2" destOrd="0" parTransId="{85A934A8-B38F-4AE0-829E-61C6903CBA9C}" sibTransId="{1119BEB8-7E25-4597-BDED-39D24A71F77F}"/>
    <dgm:cxn modelId="{50AF2016-4DC7-47BC-AFC2-885347C8D075}" type="presOf" srcId="{4530F6AC-0335-4909-82B4-3AB963435158}" destId="{E6412A93-852E-4224-AFAA-978E8F7C4082}" srcOrd="0" destOrd="0" presId="urn:microsoft.com/office/officeart/2005/8/layout/process1"/>
    <dgm:cxn modelId="{CEB59330-810B-4233-8F65-4A29A1CC82D4}" srcId="{5216F51E-C54D-498A-9C9A-64E6188961E2}" destId="{BAB337A4-CE5A-4CA6-8223-668DF446AF56}" srcOrd="5" destOrd="0" parTransId="{2F701982-6E6A-415D-8F2D-F3E47330ED38}" sibTransId="{1FD7646D-7F8C-43A5-B720-8B1CFDFB82C8}"/>
    <dgm:cxn modelId="{C7921033-BE8C-47F5-BB2A-80745407A828}" srcId="{5216F51E-C54D-498A-9C9A-64E6188961E2}" destId="{A0204D57-FCF1-432E-AE23-1D47FD9260CB}" srcOrd="4" destOrd="0" parTransId="{E87994AA-4A9D-4719-98B4-02E6596BCC0A}" sibTransId="{F46962DB-BA9C-425A-B3C9-9D48D8984879}"/>
    <dgm:cxn modelId="{BEF68339-22A2-457D-883C-585325AB1961}" type="presOf" srcId="{47B48FC9-7FEB-4E2E-BB97-2E6DC261AA59}" destId="{B7F36703-8396-476B-A367-F531785C32B4}" srcOrd="1" destOrd="0" presId="urn:microsoft.com/office/officeart/2005/8/layout/process1"/>
    <dgm:cxn modelId="{D241903E-0383-442C-8A89-D02772112E01}" srcId="{5216F51E-C54D-498A-9C9A-64E6188961E2}" destId="{0BAFFEB8-84E9-4C46-BA15-13093A9ADF4F}" srcOrd="3" destOrd="0" parTransId="{E19762B8-01E0-4EE1-ABD4-D72F9C0AF5B6}" sibTransId="{28BC42F3-C073-413E-B240-8E299F42D966}"/>
    <dgm:cxn modelId="{5326AE40-ECB2-4A5D-B51B-48516622D261}" type="presOf" srcId="{7F232CA4-6641-4356-91D5-425CBF71E968}" destId="{F84BB62E-68D4-42AF-AC2E-C8F25B1EBE3D}" srcOrd="0" destOrd="0" presId="urn:microsoft.com/office/officeart/2005/8/layout/process1"/>
    <dgm:cxn modelId="{1B0DBB5D-FB06-47FA-A217-16707DA89383}" type="presOf" srcId="{A0204D57-FCF1-432E-AE23-1D47FD9260CB}" destId="{59012ADF-0F14-44EC-B3E3-0EB701FE76B6}" srcOrd="0" destOrd="0" presId="urn:microsoft.com/office/officeart/2005/8/layout/process1"/>
    <dgm:cxn modelId="{D19F975E-9F2D-4310-8D70-1C443414382B}" srcId="{5216F51E-C54D-498A-9C9A-64E6188961E2}" destId="{FEBA0AF1-BE13-48E5-855E-A92D9E8FD9E9}" srcOrd="1" destOrd="0" parTransId="{FBE3601E-8FDC-48C5-9E8D-864AD564EAD9}" sibTransId="{47B48FC9-7FEB-4E2E-BB97-2E6DC261AA59}"/>
    <dgm:cxn modelId="{18699E62-E2C9-49FE-8226-3680F1D14BC2}" type="presOf" srcId="{1FD7646D-7F8C-43A5-B720-8B1CFDFB82C8}" destId="{48813F4C-10FA-463F-84E0-01C46C24BE6C}" srcOrd="0" destOrd="0" presId="urn:microsoft.com/office/officeart/2005/8/layout/process1"/>
    <dgm:cxn modelId="{EB39B86B-58DE-4FB5-93F0-399301B3FAB7}" type="presOf" srcId="{E98AE61A-18A3-4B1F-B1E2-15A25BBC9F11}" destId="{E2C3E560-EC76-405A-8250-1951F947D24B}" srcOrd="0" destOrd="0" presId="urn:microsoft.com/office/officeart/2005/8/layout/process1"/>
    <dgm:cxn modelId="{D2819E4C-C682-4C1D-8EE0-7B37308D747A}" srcId="{5216F51E-C54D-498A-9C9A-64E6188961E2}" destId="{003A8E44-53B5-41AB-9C14-5C8247EE774D}" srcOrd="7" destOrd="0" parTransId="{9643A05A-9190-437D-A17E-CA0E7436A751}" sibTransId="{451AFFD8-F59F-4988-99B6-517C6236B639}"/>
    <dgm:cxn modelId="{F2EE0451-DB4D-4CA3-8372-C6584D7A7849}" type="presOf" srcId="{F46962DB-BA9C-425A-B3C9-9D48D8984879}" destId="{3A683A12-FDF1-4453-A735-FC181935A230}" srcOrd="0" destOrd="0" presId="urn:microsoft.com/office/officeart/2005/8/layout/process1"/>
    <dgm:cxn modelId="{6A052F76-7D5B-489B-9D16-66D440451639}" type="presOf" srcId="{1119BEB8-7E25-4597-BDED-39D24A71F77F}" destId="{C1E504A3-087D-467A-8F0C-5D47B86C39D1}" srcOrd="1" destOrd="0" presId="urn:microsoft.com/office/officeart/2005/8/layout/process1"/>
    <dgm:cxn modelId="{886B7D57-87C3-418D-8010-10402F31748B}" type="presOf" srcId="{451AFFD8-F59F-4988-99B6-517C6236B639}" destId="{DF5D7727-0B87-4ED0-8175-0DE7C39708BE}" srcOrd="1" destOrd="0" presId="urn:microsoft.com/office/officeart/2005/8/layout/process1"/>
    <dgm:cxn modelId="{15D19677-585E-469D-AD14-3059AA453215}" type="presOf" srcId="{5216F51E-C54D-498A-9C9A-64E6188961E2}" destId="{E550D3E7-0357-4A32-9783-E73678E7C3B3}" srcOrd="0" destOrd="0" presId="urn:microsoft.com/office/officeart/2005/8/layout/process1"/>
    <dgm:cxn modelId="{56B07D7E-9DAE-4C54-A8C0-014702AC52F4}" type="presOf" srcId="{541D7AEA-EA21-441B-9458-3D1D9947BD27}" destId="{913B80EC-4E3D-4AED-9F66-361F93ECE365}" srcOrd="0" destOrd="0" presId="urn:microsoft.com/office/officeart/2005/8/layout/process1"/>
    <dgm:cxn modelId="{B8E09D82-2488-4438-9388-39BA375B843B}" type="presOf" srcId="{451AFFD8-F59F-4988-99B6-517C6236B639}" destId="{9EA36099-93EA-42D0-9CEE-95299A71CADB}" srcOrd="0" destOrd="0" presId="urn:microsoft.com/office/officeart/2005/8/layout/process1"/>
    <dgm:cxn modelId="{60F34983-C9CE-47EF-A706-F1B6420C7418}" type="presOf" srcId="{FEBA0AF1-BE13-48E5-855E-A92D9E8FD9E9}" destId="{338D65F0-6760-4494-B693-D8EFA78377BC}" srcOrd="0" destOrd="0" presId="urn:microsoft.com/office/officeart/2005/8/layout/process1"/>
    <dgm:cxn modelId="{27C29983-118F-4B8F-814B-8883EF902072}" srcId="{5216F51E-C54D-498A-9C9A-64E6188961E2}" destId="{2A7EEE50-198A-44B6-BD8F-D6B03D21C46F}" srcOrd="8" destOrd="0" parTransId="{E405D2CC-C8AE-491D-96D4-F9E5818128E1}" sibTransId="{4F642637-249E-402E-9285-527EF6E75F60}"/>
    <dgm:cxn modelId="{235EC696-8B17-43C0-9C39-9A9B56E44438}" srcId="{5216F51E-C54D-498A-9C9A-64E6188961E2}" destId="{E98AE61A-18A3-4B1F-B1E2-15A25BBC9F11}" srcOrd="6" destOrd="0" parTransId="{CB0D1D86-CAD9-4EAD-95D3-9848617A63AB}" sibTransId="{67806447-D8D1-4971-B23C-2B3B10376791}"/>
    <dgm:cxn modelId="{2D2133A6-1A03-4FEE-8128-3663726C68DA}" type="presOf" srcId="{2A7EEE50-198A-44B6-BD8F-D6B03D21C46F}" destId="{C20D710B-E39F-4A7A-95E4-9688144FA87B}" srcOrd="0" destOrd="0" presId="urn:microsoft.com/office/officeart/2005/8/layout/process1"/>
    <dgm:cxn modelId="{199EE1A8-BE6C-4612-A424-907CA4BA17B5}" type="presOf" srcId="{0BAFFEB8-84E9-4C46-BA15-13093A9ADF4F}" destId="{55715C91-CCAF-47F4-B7F5-7CAFF98C20D2}" srcOrd="0" destOrd="0" presId="urn:microsoft.com/office/officeart/2005/8/layout/process1"/>
    <dgm:cxn modelId="{F14286A9-FF2D-4E27-84F3-84CF67664382}" type="presOf" srcId="{67806447-D8D1-4971-B23C-2B3B10376791}" destId="{5FE4D172-4F06-46FD-A9CD-833B198B8C01}" srcOrd="0" destOrd="0" presId="urn:microsoft.com/office/officeart/2005/8/layout/process1"/>
    <dgm:cxn modelId="{C854E4AA-FE95-4A25-AB4D-38931BB0760F}" srcId="{5216F51E-C54D-498A-9C9A-64E6188961E2}" destId="{4530F6AC-0335-4909-82B4-3AB963435158}" srcOrd="0" destOrd="0" parTransId="{C5375454-1556-42B7-93C7-E5B002EC3628}" sibTransId="{7F232CA4-6641-4356-91D5-425CBF71E968}"/>
    <dgm:cxn modelId="{A8F9BEAE-1807-4658-B69B-4EACE9FDFADE}" type="presOf" srcId="{1FD7646D-7F8C-43A5-B720-8B1CFDFB82C8}" destId="{3AE414AD-2ADF-4177-BD8D-FC356BFB3501}" srcOrd="1" destOrd="0" presId="urn:microsoft.com/office/officeart/2005/8/layout/process1"/>
    <dgm:cxn modelId="{56989EBB-17D4-4177-8076-307E06BB28C5}" type="presOf" srcId="{7F232CA4-6641-4356-91D5-425CBF71E968}" destId="{57959E7B-970C-471D-B191-BC8D33B89F1D}" srcOrd="1" destOrd="0" presId="urn:microsoft.com/office/officeart/2005/8/layout/process1"/>
    <dgm:cxn modelId="{4315A0D4-A8A1-4F3E-AB85-BBBA4343DA2C}" type="presOf" srcId="{1119BEB8-7E25-4597-BDED-39D24A71F77F}" destId="{3792794B-788C-429D-9714-82DDDC8766E1}" srcOrd="0" destOrd="0" presId="urn:microsoft.com/office/officeart/2005/8/layout/process1"/>
    <dgm:cxn modelId="{C73926D7-2FEE-48BB-8F65-84B1D685FEA8}" type="presOf" srcId="{67806447-D8D1-4971-B23C-2B3B10376791}" destId="{8BE175A1-7901-4A03-9890-2BBC3B6F64AB}" srcOrd="1" destOrd="0" presId="urn:microsoft.com/office/officeart/2005/8/layout/process1"/>
    <dgm:cxn modelId="{F523C1E1-B68C-49FF-99C6-05E9987D8FA1}" type="presOf" srcId="{28BC42F3-C073-413E-B240-8E299F42D966}" destId="{C0BB485B-DF71-4CEC-8808-0DAFC18D0A4A}" srcOrd="0" destOrd="0" presId="urn:microsoft.com/office/officeart/2005/8/layout/process1"/>
    <dgm:cxn modelId="{69727BE9-0973-4C3B-9FAC-42463C895F79}" type="presOf" srcId="{28BC42F3-C073-413E-B240-8E299F42D966}" destId="{0F205EBE-BE4D-47D5-BBAC-4A2EBAA3F40F}" srcOrd="1" destOrd="0" presId="urn:microsoft.com/office/officeart/2005/8/layout/process1"/>
    <dgm:cxn modelId="{DE489BF0-A71B-4A81-B715-B7867ED1B152}" type="presOf" srcId="{F46962DB-BA9C-425A-B3C9-9D48D8984879}" destId="{260A691C-A44E-46DA-8065-C556AB7EF3E9}" srcOrd="1" destOrd="0" presId="urn:microsoft.com/office/officeart/2005/8/layout/process1"/>
    <dgm:cxn modelId="{CE02EFF4-B141-4519-98A7-DD352841944A}" type="presOf" srcId="{47B48FC9-7FEB-4E2E-BB97-2E6DC261AA59}" destId="{02F0C79C-13BB-4E39-B4E6-2AD42B7A8774}" srcOrd="0" destOrd="0" presId="urn:microsoft.com/office/officeart/2005/8/layout/process1"/>
    <dgm:cxn modelId="{CB9235A4-8A43-4D81-A1B8-F5A8DDAB77C1}" type="presParOf" srcId="{E550D3E7-0357-4A32-9783-E73678E7C3B3}" destId="{E6412A93-852E-4224-AFAA-978E8F7C4082}" srcOrd="0" destOrd="0" presId="urn:microsoft.com/office/officeart/2005/8/layout/process1"/>
    <dgm:cxn modelId="{AA28F55A-A4E9-4649-A011-BA21D34AB482}" type="presParOf" srcId="{E550D3E7-0357-4A32-9783-E73678E7C3B3}" destId="{F84BB62E-68D4-42AF-AC2E-C8F25B1EBE3D}" srcOrd="1" destOrd="0" presId="urn:microsoft.com/office/officeart/2005/8/layout/process1"/>
    <dgm:cxn modelId="{2644298D-E7CE-4582-8EF5-A6B8309108E1}" type="presParOf" srcId="{F84BB62E-68D4-42AF-AC2E-C8F25B1EBE3D}" destId="{57959E7B-970C-471D-B191-BC8D33B89F1D}" srcOrd="0" destOrd="0" presId="urn:microsoft.com/office/officeart/2005/8/layout/process1"/>
    <dgm:cxn modelId="{090E14AD-8B8B-46C2-9E49-CEA05C8EC616}" type="presParOf" srcId="{E550D3E7-0357-4A32-9783-E73678E7C3B3}" destId="{338D65F0-6760-4494-B693-D8EFA78377BC}" srcOrd="2" destOrd="0" presId="urn:microsoft.com/office/officeart/2005/8/layout/process1"/>
    <dgm:cxn modelId="{204E2EEA-89F8-4192-807D-5B001193B388}" type="presParOf" srcId="{E550D3E7-0357-4A32-9783-E73678E7C3B3}" destId="{02F0C79C-13BB-4E39-B4E6-2AD42B7A8774}" srcOrd="3" destOrd="0" presId="urn:microsoft.com/office/officeart/2005/8/layout/process1"/>
    <dgm:cxn modelId="{735C50DE-52E4-4BFD-AA92-CA2B0192A598}" type="presParOf" srcId="{02F0C79C-13BB-4E39-B4E6-2AD42B7A8774}" destId="{B7F36703-8396-476B-A367-F531785C32B4}" srcOrd="0" destOrd="0" presId="urn:microsoft.com/office/officeart/2005/8/layout/process1"/>
    <dgm:cxn modelId="{B0416BF9-8161-43DF-BF2D-32B3413415F2}" type="presParOf" srcId="{E550D3E7-0357-4A32-9783-E73678E7C3B3}" destId="{913B80EC-4E3D-4AED-9F66-361F93ECE365}" srcOrd="4" destOrd="0" presId="urn:microsoft.com/office/officeart/2005/8/layout/process1"/>
    <dgm:cxn modelId="{BFEC3EBC-DC0F-4189-B5B2-E85EF0980ECF}" type="presParOf" srcId="{E550D3E7-0357-4A32-9783-E73678E7C3B3}" destId="{3792794B-788C-429D-9714-82DDDC8766E1}" srcOrd="5" destOrd="0" presId="urn:microsoft.com/office/officeart/2005/8/layout/process1"/>
    <dgm:cxn modelId="{8AB91AD3-2941-4343-A3C0-753EA0D59AC2}" type="presParOf" srcId="{3792794B-788C-429D-9714-82DDDC8766E1}" destId="{C1E504A3-087D-467A-8F0C-5D47B86C39D1}" srcOrd="0" destOrd="0" presId="urn:microsoft.com/office/officeart/2005/8/layout/process1"/>
    <dgm:cxn modelId="{7A7CD1E4-A27A-415A-987C-62DCD1247BB1}" type="presParOf" srcId="{E550D3E7-0357-4A32-9783-E73678E7C3B3}" destId="{55715C91-CCAF-47F4-B7F5-7CAFF98C20D2}" srcOrd="6" destOrd="0" presId="urn:microsoft.com/office/officeart/2005/8/layout/process1"/>
    <dgm:cxn modelId="{69F6CD2B-C4D3-4602-9DF8-CDAA4C9B27F9}" type="presParOf" srcId="{E550D3E7-0357-4A32-9783-E73678E7C3B3}" destId="{C0BB485B-DF71-4CEC-8808-0DAFC18D0A4A}" srcOrd="7" destOrd="0" presId="urn:microsoft.com/office/officeart/2005/8/layout/process1"/>
    <dgm:cxn modelId="{D2DEA44A-C394-4D16-B43A-4A95DE83C19A}" type="presParOf" srcId="{C0BB485B-DF71-4CEC-8808-0DAFC18D0A4A}" destId="{0F205EBE-BE4D-47D5-BBAC-4A2EBAA3F40F}" srcOrd="0" destOrd="0" presId="urn:microsoft.com/office/officeart/2005/8/layout/process1"/>
    <dgm:cxn modelId="{2425EF48-764C-4A51-B68F-A328C7196B7C}" type="presParOf" srcId="{E550D3E7-0357-4A32-9783-E73678E7C3B3}" destId="{59012ADF-0F14-44EC-B3E3-0EB701FE76B6}" srcOrd="8" destOrd="0" presId="urn:microsoft.com/office/officeart/2005/8/layout/process1"/>
    <dgm:cxn modelId="{168E4BB9-0A04-4FB1-8030-F01C5841E065}" type="presParOf" srcId="{E550D3E7-0357-4A32-9783-E73678E7C3B3}" destId="{3A683A12-FDF1-4453-A735-FC181935A230}" srcOrd="9" destOrd="0" presId="urn:microsoft.com/office/officeart/2005/8/layout/process1"/>
    <dgm:cxn modelId="{C9E1FFAA-8404-41B3-92B9-DB086905BE4E}" type="presParOf" srcId="{3A683A12-FDF1-4453-A735-FC181935A230}" destId="{260A691C-A44E-46DA-8065-C556AB7EF3E9}" srcOrd="0" destOrd="0" presId="urn:microsoft.com/office/officeart/2005/8/layout/process1"/>
    <dgm:cxn modelId="{67B5770E-0F6A-4911-A3AD-29C754EF6410}" type="presParOf" srcId="{E550D3E7-0357-4A32-9783-E73678E7C3B3}" destId="{908D01E1-F4E6-4EC9-96D4-4FAEDC6C44DC}" srcOrd="10" destOrd="0" presId="urn:microsoft.com/office/officeart/2005/8/layout/process1"/>
    <dgm:cxn modelId="{40480FFE-7A37-475E-BAF2-73321AE4699B}" type="presParOf" srcId="{E550D3E7-0357-4A32-9783-E73678E7C3B3}" destId="{48813F4C-10FA-463F-84E0-01C46C24BE6C}" srcOrd="11" destOrd="0" presId="urn:microsoft.com/office/officeart/2005/8/layout/process1"/>
    <dgm:cxn modelId="{E00F7291-27EE-4FCC-A224-492BD0AFC163}" type="presParOf" srcId="{48813F4C-10FA-463F-84E0-01C46C24BE6C}" destId="{3AE414AD-2ADF-4177-BD8D-FC356BFB3501}" srcOrd="0" destOrd="0" presId="urn:microsoft.com/office/officeart/2005/8/layout/process1"/>
    <dgm:cxn modelId="{9C7C3EBB-A4A3-4BC9-893E-886B99E2AA97}" type="presParOf" srcId="{E550D3E7-0357-4A32-9783-E73678E7C3B3}" destId="{E2C3E560-EC76-405A-8250-1951F947D24B}" srcOrd="12" destOrd="0" presId="urn:microsoft.com/office/officeart/2005/8/layout/process1"/>
    <dgm:cxn modelId="{4A553ED4-0C9E-4439-84D5-D0787B6BA125}" type="presParOf" srcId="{E550D3E7-0357-4A32-9783-E73678E7C3B3}" destId="{5FE4D172-4F06-46FD-A9CD-833B198B8C01}" srcOrd="13" destOrd="0" presId="urn:microsoft.com/office/officeart/2005/8/layout/process1"/>
    <dgm:cxn modelId="{12BF32FE-4D66-4365-8103-2E5824554AF3}" type="presParOf" srcId="{5FE4D172-4F06-46FD-A9CD-833B198B8C01}" destId="{8BE175A1-7901-4A03-9890-2BBC3B6F64AB}" srcOrd="0" destOrd="0" presId="urn:microsoft.com/office/officeart/2005/8/layout/process1"/>
    <dgm:cxn modelId="{F7E528AD-25EC-4B86-94AE-FB7F81AC22AB}" type="presParOf" srcId="{E550D3E7-0357-4A32-9783-E73678E7C3B3}" destId="{F72729C3-38DC-4CE6-84A8-1A4E9CC32B70}" srcOrd="14" destOrd="0" presId="urn:microsoft.com/office/officeart/2005/8/layout/process1"/>
    <dgm:cxn modelId="{236CD550-9F17-420B-A886-E10FCE5C5AB5}" type="presParOf" srcId="{E550D3E7-0357-4A32-9783-E73678E7C3B3}" destId="{9EA36099-93EA-42D0-9CEE-95299A71CADB}" srcOrd="15" destOrd="0" presId="urn:microsoft.com/office/officeart/2005/8/layout/process1"/>
    <dgm:cxn modelId="{87B0A5E2-839F-40DD-BF5E-B5F5EBEFA9CD}" type="presParOf" srcId="{9EA36099-93EA-42D0-9CEE-95299A71CADB}" destId="{DF5D7727-0B87-4ED0-8175-0DE7C39708BE}" srcOrd="0" destOrd="0" presId="urn:microsoft.com/office/officeart/2005/8/layout/process1"/>
    <dgm:cxn modelId="{A1A02872-CD4A-47A4-B32E-4399419C5AEA}" type="presParOf" srcId="{E550D3E7-0357-4A32-9783-E73678E7C3B3}" destId="{C20D710B-E39F-4A7A-95E4-9688144FA87B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16F51E-C54D-498A-9C9A-64E6188961E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530F6AC-0335-4909-82B4-3AB963435158}">
      <dgm:prSet phldrT="[Text]"/>
      <dgm:spPr/>
      <dgm:t>
        <a:bodyPr/>
        <a:lstStyle/>
        <a:p>
          <a:r>
            <a:rPr lang="en-US" dirty="0"/>
            <a:t>Pollyanna</a:t>
          </a:r>
        </a:p>
      </dgm:t>
    </dgm:pt>
    <dgm:pt modelId="{C5375454-1556-42B7-93C7-E5B002EC3628}" type="parTrans" cxnId="{C854E4AA-FE95-4A25-AB4D-38931BB0760F}">
      <dgm:prSet/>
      <dgm:spPr/>
      <dgm:t>
        <a:bodyPr/>
        <a:lstStyle/>
        <a:p>
          <a:endParaRPr lang="en-US"/>
        </a:p>
      </dgm:t>
    </dgm:pt>
    <dgm:pt modelId="{7F232CA4-6641-4356-91D5-425CBF71E968}" type="sibTrans" cxnId="{C854E4AA-FE95-4A25-AB4D-38931BB0760F}">
      <dgm:prSet/>
      <dgm:spPr/>
      <dgm:t>
        <a:bodyPr/>
        <a:lstStyle/>
        <a:p>
          <a:endParaRPr lang="en-US"/>
        </a:p>
      </dgm:t>
    </dgm:pt>
    <dgm:pt modelId="{FEBA0AF1-BE13-48E5-855E-A92D9E8FD9E9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FBE3601E-8FDC-48C5-9E8D-864AD564EAD9}" type="parTrans" cxnId="{D19F975E-9F2D-4310-8D70-1C443414382B}">
      <dgm:prSet/>
      <dgm:spPr/>
      <dgm:t>
        <a:bodyPr/>
        <a:lstStyle/>
        <a:p>
          <a:endParaRPr lang="en-US"/>
        </a:p>
      </dgm:t>
    </dgm:pt>
    <dgm:pt modelId="{47B48FC9-7FEB-4E2E-BB97-2E6DC261AA59}" type="sibTrans" cxnId="{D19F975E-9F2D-4310-8D70-1C443414382B}">
      <dgm:prSet/>
      <dgm:spPr/>
      <dgm:t>
        <a:bodyPr/>
        <a:lstStyle/>
        <a:p>
          <a:endParaRPr lang="en-US"/>
        </a:p>
      </dgm:t>
    </dgm:pt>
    <dgm:pt modelId="{541D7AEA-EA21-441B-9458-3D1D9947BD27}">
      <dgm:prSet phldrT="[Text]"/>
      <dgm:spPr/>
      <dgm:t>
        <a:bodyPr/>
        <a:lstStyle/>
        <a:p>
          <a:r>
            <a:rPr lang="en-US" dirty="0"/>
            <a:t>Pollyanna</a:t>
          </a:r>
        </a:p>
      </dgm:t>
    </dgm:pt>
    <dgm:pt modelId="{85A934A8-B38F-4AE0-829E-61C6903CBA9C}" type="parTrans" cxnId="{DF1ED211-01E5-4A0B-BC1E-04EDB82DA92A}">
      <dgm:prSet/>
      <dgm:spPr/>
      <dgm:t>
        <a:bodyPr/>
        <a:lstStyle/>
        <a:p>
          <a:endParaRPr lang="en-US"/>
        </a:p>
      </dgm:t>
    </dgm:pt>
    <dgm:pt modelId="{1119BEB8-7E25-4597-BDED-39D24A71F77F}" type="sibTrans" cxnId="{DF1ED211-01E5-4A0B-BC1E-04EDB82DA92A}">
      <dgm:prSet/>
      <dgm:spPr/>
      <dgm:t>
        <a:bodyPr/>
        <a:lstStyle/>
        <a:p>
          <a:endParaRPr lang="en-US"/>
        </a:p>
      </dgm:t>
    </dgm:pt>
    <dgm:pt modelId="{0BAFFEB8-84E9-4C46-BA15-13093A9ADF4F}">
      <dgm:prSet phldrT="[Text]">
        <dgm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Emias</a:t>
          </a:r>
        </a:p>
      </dgm:t>
    </dgm:pt>
    <dgm:pt modelId="{E19762B8-01E0-4EE1-ABD4-D72F9C0AF5B6}" type="parTrans" cxnId="{D241903E-0383-442C-8A89-D02772112E01}">
      <dgm:prSet/>
      <dgm:spPr/>
      <dgm:t>
        <a:bodyPr/>
        <a:lstStyle/>
        <a:p>
          <a:endParaRPr lang="en-US"/>
        </a:p>
      </dgm:t>
    </dgm:pt>
    <dgm:pt modelId="{28BC42F3-C073-413E-B240-8E299F42D966}" type="sibTrans" cxnId="{D241903E-0383-442C-8A89-D02772112E01}">
      <dgm:prSet/>
      <dgm:spPr/>
      <dgm:t>
        <a:bodyPr/>
        <a:lstStyle/>
        <a:p>
          <a:endParaRPr lang="en-US"/>
        </a:p>
      </dgm:t>
    </dgm:pt>
    <dgm:pt modelId="{A0204D57-FCF1-432E-AE23-1D47FD9260CB}">
      <dgm:prSet phldrT="[Text]"/>
      <dgm:spPr/>
      <dgm:t>
        <a:bodyPr/>
        <a:lstStyle/>
        <a:p>
          <a:r>
            <a:rPr lang="en-US" dirty="0"/>
            <a:t>Pollyanna</a:t>
          </a:r>
        </a:p>
      </dgm:t>
    </dgm:pt>
    <dgm:pt modelId="{E87994AA-4A9D-4719-98B4-02E6596BCC0A}" type="parTrans" cxnId="{C7921033-BE8C-47F5-BB2A-80745407A828}">
      <dgm:prSet/>
      <dgm:spPr/>
      <dgm:t>
        <a:bodyPr/>
        <a:lstStyle/>
        <a:p>
          <a:endParaRPr lang="en-US"/>
        </a:p>
      </dgm:t>
    </dgm:pt>
    <dgm:pt modelId="{F46962DB-BA9C-425A-B3C9-9D48D8984879}" type="sibTrans" cxnId="{C7921033-BE8C-47F5-BB2A-80745407A828}">
      <dgm:prSet/>
      <dgm:spPr/>
      <dgm:t>
        <a:bodyPr/>
        <a:lstStyle/>
        <a:p>
          <a:endParaRPr lang="en-US"/>
        </a:p>
      </dgm:t>
    </dgm:pt>
    <dgm:pt modelId="{BAB337A4-CE5A-4CA6-8223-668DF446AF56}">
      <dgm:prSet phldrT="[Text]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Zyrus</a:t>
          </a:r>
        </a:p>
      </dgm:t>
    </dgm:pt>
    <dgm:pt modelId="{2F701982-6E6A-415D-8F2D-F3E47330ED38}" type="parTrans" cxnId="{CEB59330-810B-4233-8F65-4A29A1CC82D4}">
      <dgm:prSet/>
      <dgm:spPr/>
      <dgm:t>
        <a:bodyPr/>
        <a:lstStyle/>
        <a:p>
          <a:endParaRPr lang="en-US"/>
        </a:p>
      </dgm:t>
    </dgm:pt>
    <dgm:pt modelId="{1FD7646D-7F8C-43A5-B720-8B1CFDFB82C8}" type="sibTrans" cxnId="{CEB59330-810B-4233-8F65-4A29A1CC82D4}">
      <dgm:prSet/>
      <dgm:spPr/>
      <dgm:t>
        <a:bodyPr/>
        <a:lstStyle/>
        <a:p>
          <a:endParaRPr lang="en-US"/>
        </a:p>
      </dgm:t>
    </dgm:pt>
    <dgm:pt modelId="{E98AE61A-18A3-4B1F-B1E2-15A25BBC9F11}">
      <dgm:prSet phldrT="[Text]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Elliette</a:t>
          </a:r>
        </a:p>
      </dgm:t>
    </dgm:pt>
    <dgm:pt modelId="{CB0D1D86-CAD9-4EAD-95D3-9848617A63AB}" type="parTrans" cxnId="{235EC696-8B17-43C0-9C39-9A9B56E44438}">
      <dgm:prSet/>
      <dgm:spPr/>
      <dgm:t>
        <a:bodyPr/>
        <a:lstStyle/>
        <a:p>
          <a:endParaRPr lang="en-US"/>
        </a:p>
      </dgm:t>
    </dgm:pt>
    <dgm:pt modelId="{67806447-D8D1-4971-B23C-2B3B10376791}" type="sibTrans" cxnId="{235EC696-8B17-43C0-9C39-9A9B56E44438}">
      <dgm:prSet/>
      <dgm:spPr/>
      <dgm:t>
        <a:bodyPr/>
        <a:lstStyle/>
        <a:p>
          <a:endParaRPr lang="en-US"/>
        </a:p>
      </dgm:t>
    </dgm:pt>
    <dgm:pt modelId="{003A8E44-53B5-41AB-9C14-5C8247EE774D}">
      <dgm:prSet phldrT="[Text]"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Zyrus</a:t>
          </a:r>
          <a:endParaRPr lang="en-US" dirty="0"/>
        </a:p>
      </dgm:t>
    </dgm:pt>
    <dgm:pt modelId="{9643A05A-9190-437D-A17E-CA0E7436A751}" type="parTrans" cxnId="{D2819E4C-C682-4C1D-8EE0-7B37308D747A}">
      <dgm:prSet/>
      <dgm:spPr/>
      <dgm:t>
        <a:bodyPr/>
        <a:lstStyle/>
        <a:p>
          <a:endParaRPr lang="en-US"/>
        </a:p>
      </dgm:t>
    </dgm:pt>
    <dgm:pt modelId="{451AFFD8-F59F-4988-99B6-517C6236B639}" type="sibTrans" cxnId="{D2819E4C-C682-4C1D-8EE0-7B37308D747A}">
      <dgm:prSet/>
      <dgm:spPr/>
      <dgm:t>
        <a:bodyPr/>
        <a:lstStyle/>
        <a:p>
          <a:endParaRPr lang="en-US"/>
        </a:p>
      </dgm:t>
    </dgm:pt>
    <dgm:pt modelId="{2A7EEE50-198A-44B6-BD8F-D6B03D21C46F}">
      <dgm:prSet phldrT="[Text]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Elliette</a:t>
          </a:r>
        </a:p>
      </dgm:t>
    </dgm:pt>
    <dgm:pt modelId="{E405D2CC-C8AE-491D-96D4-F9E5818128E1}" type="parTrans" cxnId="{27C29983-118F-4B8F-814B-8883EF902072}">
      <dgm:prSet/>
      <dgm:spPr/>
      <dgm:t>
        <a:bodyPr/>
        <a:lstStyle/>
        <a:p>
          <a:endParaRPr lang="en-US"/>
        </a:p>
      </dgm:t>
    </dgm:pt>
    <dgm:pt modelId="{4F642637-249E-402E-9285-527EF6E75F60}" type="sibTrans" cxnId="{27C29983-118F-4B8F-814B-8883EF902072}">
      <dgm:prSet/>
      <dgm:spPr/>
      <dgm:t>
        <a:bodyPr/>
        <a:lstStyle/>
        <a:p>
          <a:endParaRPr lang="en-US"/>
        </a:p>
      </dgm:t>
    </dgm:pt>
    <dgm:pt modelId="{E550D3E7-0357-4A32-9783-E73678E7C3B3}" type="pres">
      <dgm:prSet presAssocID="{5216F51E-C54D-498A-9C9A-64E6188961E2}" presName="Name0" presStyleCnt="0">
        <dgm:presLayoutVars>
          <dgm:dir/>
          <dgm:resizeHandles val="exact"/>
        </dgm:presLayoutVars>
      </dgm:prSet>
      <dgm:spPr/>
    </dgm:pt>
    <dgm:pt modelId="{E6412A93-852E-4224-AFAA-978E8F7C4082}" type="pres">
      <dgm:prSet presAssocID="{4530F6AC-0335-4909-82B4-3AB963435158}" presName="node" presStyleLbl="node1" presStyleIdx="0" presStyleCnt="9">
        <dgm:presLayoutVars>
          <dgm:bulletEnabled val="1"/>
        </dgm:presLayoutVars>
      </dgm:prSet>
      <dgm:spPr/>
    </dgm:pt>
    <dgm:pt modelId="{F84BB62E-68D4-42AF-AC2E-C8F25B1EBE3D}" type="pres">
      <dgm:prSet presAssocID="{7F232CA4-6641-4356-91D5-425CBF71E968}" presName="sibTrans" presStyleLbl="sibTrans2D1" presStyleIdx="0" presStyleCnt="8"/>
      <dgm:spPr/>
    </dgm:pt>
    <dgm:pt modelId="{57959E7B-970C-471D-B191-BC8D33B89F1D}" type="pres">
      <dgm:prSet presAssocID="{7F232CA4-6641-4356-91D5-425CBF71E968}" presName="connectorText" presStyleLbl="sibTrans2D1" presStyleIdx="0" presStyleCnt="8"/>
      <dgm:spPr/>
    </dgm:pt>
    <dgm:pt modelId="{338D65F0-6760-4494-B693-D8EFA78377BC}" type="pres">
      <dgm:prSet presAssocID="{FEBA0AF1-BE13-48E5-855E-A92D9E8FD9E9}" presName="node" presStyleLbl="node1" presStyleIdx="1" presStyleCnt="9">
        <dgm:presLayoutVars>
          <dgm:bulletEnabled val="1"/>
        </dgm:presLayoutVars>
      </dgm:prSet>
      <dgm:spPr/>
    </dgm:pt>
    <dgm:pt modelId="{02F0C79C-13BB-4E39-B4E6-2AD42B7A8774}" type="pres">
      <dgm:prSet presAssocID="{47B48FC9-7FEB-4E2E-BB97-2E6DC261AA59}" presName="sibTrans" presStyleLbl="sibTrans2D1" presStyleIdx="1" presStyleCnt="8"/>
      <dgm:spPr/>
    </dgm:pt>
    <dgm:pt modelId="{B7F36703-8396-476B-A367-F531785C32B4}" type="pres">
      <dgm:prSet presAssocID="{47B48FC9-7FEB-4E2E-BB97-2E6DC261AA59}" presName="connectorText" presStyleLbl="sibTrans2D1" presStyleIdx="1" presStyleCnt="8"/>
      <dgm:spPr/>
    </dgm:pt>
    <dgm:pt modelId="{913B80EC-4E3D-4AED-9F66-361F93ECE365}" type="pres">
      <dgm:prSet presAssocID="{541D7AEA-EA21-441B-9458-3D1D9947BD27}" presName="node" presStyleLbl="node1" presStyleIdx="2" presStyleCnt="9">
        <dgm:presLayoutVars>
          <dgm:bulletEnabled val="1"/>
        </dgm:presLayoutVars>
      </dgm:prSet>
      <dgm:spPr/>
    </dgm:pt>
    <dgm:pt modelId="{3792794B-788C-429D-9714-82DDDC8766E1}" type="pres">
      <dgm:prSet presAssocID="{1119BEB8-7E25-4597-BDED-39D24A71F77F}" presName="sibTrans" presStyleLbl="sibTrans2D1" presStyleIdx="2" presStyleCnt="8"/>
      <dgm:spPr/>
    </dgm:pt>
    <dgm:pt modelId="{C1E504A3-087D-467A-8F0C-5D47B86C39D1}" type="pres">
      <dgm:prSet presAssocID="{1119BEB8-7E25-4597-BDED-39D24A71F77F}" presName="connectorText" presStyleLbl="sibTrans2D1" presStyleIdx="2" presStyleCnt="8"/>
      <dgm:spPr/>
    </dgm:pt>
    <dgm:pt modelId="{55715C91-CCAF-47F4-B7F5-7CAFF98C20D2}" type="pres">
      <dgm:prSet presAssocID="{0BAFFEB8-84E9-4C46-BA15-13093A9ADF4F}" presName="node" presStyleLbl="node1" presStyleIdx="3" presStyleCnt="9">
        <dgm:presLayoutVars>
          <dgm:bulletEnabled val="1"/>
        </dgm:presLayoutVars>
      </dgm:prSet>
      <dgm:spPr/>
    </dgm:pt>
    <dgm:pt modelId="{C0BB485B-DF71-4CEC-8808-0DAFC18D0A4A}" type="pres">
      <dgm:prSet presAssocID="{28BC42F3-C073-413E-B240-8E299F42D966}" presName="sibTrans" presStyleLbl="sibTrans2D1" presStyleIdx="3" presStyleCnt="8"/>
      <dgm:spPr/>
    </dgm:pt>
    <dgm:pt modelId="{0F205EBE-BE4D-47D5-BBAC-4A2EBAA3F40F}" type="pres">
      <dgm:prSet presAssocID="{28BC42F3-C073-413E-B240-8E299F42D966}" presName="connectorText" presStyleLbl="sibTrans2D1" presStyleIdx="3" presStyleCnt="8"/>
      <dgm:spPr/>
    </dgm:pt>
    <dgm:pt modelId="{59012ADF-0F14-44EC-B3E3-0EB701FE76B6}" type="pres">
      <dgm:prSet presAssocID="{A0204D57-FCF1-432E-AE23-1D47FD9260CB}" presName="node" presStyleLbl="node1" presStyleIdx="4" presStyleCnt="9">
        <dgm:presLayoutVars>
          <dgm:bulletEnabled val="1"/>
        </dgm:presLayoutVars>
      </dgm:prSet>
      <dgm:spPr/>
    </dgm:pt>
    <dgm:pt modelId="{3A683A12-FDF1-4453-A735-FC181935A230}" type="pres">
      <dgm:prSet presAssocID="{F46962DB-BA9C-425A-B3C9-9D48D8984879}" presName="sibTrans" presStyleLbl="sibTrans2D1" presStyleIdx="4" presStyleCnt="8"/>
      <dgm:spPr/>
    </dgm:pt>
    <dgm:pt modelId="{260A691C-A44E-46DA-8065-C556AB7EF3E9}" type="pres">
      <dgm:prSet presAssocID="{F46962DB-BA9C-425A-B3C9-9D48D8984879}" presName="connectorText" presStyleLbl="sibTrans2D1" presStyleIdx="4" presStyleCnt="8"/>
      <dgm:spPr/>
    </dgm:pt>
    <dgm:pt modelId="{908D01E1-F4E6-4EC9-96D4-4FAEDC6C44DC}" type="pres">
      <dgm:prSet presAssocID="{BAB337A4-CE5A-4CA6-8223-668DF446AF56}" presName="node" presStyleLbl="node1" presStyleIdx="5" presStyleCnt="9">
        <dgm:presLayoutVars>
          <dgm:bulletEnabled val="1"/>
        </dgm:presLayoutVars>
      </dgm:prSet>
      <dgm:spPr/>
    </dgm:pt>
    <dgm:pt modelId="{48813F4C-10FA-463F-84E0-01C46C24BE6C}" type="pres">
      <dgm:prSet presAssocID="{1FD7646D-7F8C-43A5-B720-8B1CFDFB82C8}" presName="sibTrans" presStyleLbl="sibTrans2D1" presStyleIdx="5" presStyleCnt="8"/>
      <dgm:spPr/>
    </dgm:pt>
    <dgm:pt modelId="{3AE414AD-2ADF-4177-BD8D-FC356BFB3501}" type="pres">
      <dgm:prSet presAssocID="{1FD7646D-7F8C-43A5-B720-8B1CFDFB82C8}" presName="connectorText" presStyleLbl="sibTrans2D1" presStyleIdx="5" presStyleCnt="8"/>
      <dgm:spPr/>
    </dgm:pt>
    <dgm:pt modelId="{E2C3E560-EC76-405A-8250-1951F947D24B}" type="pres">
      <dgm:prSet presAssocID="{E98AE61A-18A3-4B1F-B1E2-15A25BBC9F11}" presName="node" presStyleLbl="node1" presStyleIdx="6" presStyleCnt="9">
        <dgm:presLayoutVars>
          <dgm:bulletEnabled val="1"/>
        </dgm:presLayoutVars>
      </dgm:prSet>
      <dgm:spPr/>
    </dgm:pt>
    <dgm:pt modelId="{5FE4D172-4F06-46FD-A9CD-833B198B8C01}" type="pres">
      <dgm:prSet presAssocID="{67806447-D8D1-4971-B23C-2B3B10376791}" presName="sibTrans" presStyleLbl="sibTrans2D1" presStyleIdx="6" presStyleCnt="8"/>
      <dgm:spPr/>
    </dgm:pt>
    <dgm:pt modelId="{8BE175A1-7901-4A03-9890-2BBC3B6F64AB}" type="pres">
      <dgm:prSet presAssocID="{67806447-D8D1-4971-B23C-2B3B10376791}" presName="connectorText" presStyleLbl="sibTrans2D1" presStyleIdx="6" presStyleCnt="8"/>
      <dgm:spPr/>
    </dgm:pt>
    <dgm:pt modelId="{F72729C3-38DC-4CE6-84A8-1A4E9CC32B70}" type="pres">
      <dgm:prSet presAssocID="{003A8E44-53B5-41AB-9C14-5C8247EE774D}" presName="node" presStyleLbl="node1" presStyleIdx="7" presStyleCnt="9">
        <dgm:presLayoutVars>
          <dgm:bulletEnabled val="1"/>
        </dgm:presLayoutVars>
      </dgm:prSet>
      <dgm:spPr/>
    </dgm:pt>
    <dgm:pt modelId="{9EA36099-93EA-42D0-9CEE-95299A71CADB}" type="pres">
      <dgm:prSet presAssocID="{451AFFD8-F59F-4988-99B6-517C6236B639}" presName="sibTrans" presStyleLbl="sibTrans2D1" presStyleIdx="7" presStyleCnt="8"/>
      <dgm:spPr/>
    </dgm:pt>
    <dgm:pt modelId="{DF5D7727-0B87-4ED0-8175-0DE7C39708BE}" type="pres">
      <dgm:prSet presAssocID="{451AFFD8-F59F-4988-99B6-517C6236B639}" presName="connectorText" presStyleLbl="sibTrans2D1" presStyleIdx="7" presStyleCnt="8"/>
      <dgm:spPr/>
    </dgm:pt>
    <dgm:pt modelId="{C20D710B-E39F-4A7A-95E4-9688144FA87B}" type="pres">
      <dgm:prSet presAssocID="{2A7EEE50-198A-44B6-BD8F-D6B03D21C46F}" presName="node" presStyleLbl="node1" presStyleIdx="8" presStyleCnt="9">
        <dgm:presLayoutVars>
          <dgm:bulletEnabled val="1"/>
        </dgm:presLayoutVars>
      </dgm:prSet>
      <dgm:spPr/>
    </dgm:pt>
  </dgm:ptLst>
  <dgm:cxnLst>
    <dgm:cxn modelId="{1213AD00-E61C-452E-B9ED-DC48D513A431}" type="presOf" srcId="{BAB337A4-CE5A-4CA6-8223-668DF446AF56}" destId="{908D01E1-F4E6-4EC9-96D4-4FAEDC6C44DC}" srcOrd="0" destOrd="0" presId="urn:microsoft.com/office/officeart/2005/8/layout/process1"/>
    <dgm:cxn modelId="{7E24F800-DC13-41BF-A37E-CE483D4D5AA5}" type="presOf" srcId="{003A8E44-53B5-41AB-9C14-5C8247EE774D}" destId="{F72729C3-38DC-4CE6-84A8-1A4E9CC32B70}" srcOrd="0" destOrd="0" presId="urn:microsoft.com/office/officeart/2005/8/layout/process1"/>
    <dgm:cxn modelId="{DF1ED211-01E5-4A0B-BC1E-04EDB82DA92A}" srcId="{5216F51E-C54D-498A-9C9A-64E6188961E2}" destId="{541D7AEA-EA21-441B-9458-3D1D9947BD27}" srcOrd="2" destOrd="0" parTransId="{85A934A8-B38F-4AE0-829E-61C6903CBA9C}" sibTransId="{1119BEB8-7E25-4597-BDED-39D24A71F77F}"/>
    <dgm:cxn modelId="{50AF2016-4DC7-47BC-AFC2-885347C8D075}" type="presOf" srcId="{4530F6AC-0335-4909-82B4-3AB963435158}" destId="{E6412A93-852E-4224-AFAA-978E8F7C4082}" srcOrd="0" destOrd="0" presId="urn:microsoft.com/office/officeart/2005/8/layout/process1"/>
    <dgm:cxn modelId="{CEB59330-810B-4233-8F65-4A29A1CC82D4}" srcId="{5216F51E-C54D-498A-9C9A-64E6188961E2}" destId="{BAB337A4-CE5A-4CA6-8223-668DF446AF56}" srcOrd="5" destOrd="0" parTransId="{2F701982-6E6A-415D-8F2D-F3E47330ED38}" sibTransId="{1FD7646D-7F8C-43A5-B720-8B1CFDFB82C8}"/>
    <dgm:cxn modelId="{C7921033-BE8C-47F5-BB2A-80745407A828}" srcId="{5216F51E-C54D-498A-9C9A-64E6188961E2}" destId="{A0204D57-FCF1-432E-AE23-1D47FD9260CB}" srcOrd="4" destOrd="0" parTransId="{E87994AA-4A9D-4719-98B4-02E6596BCC0A}" sibTransId="{F46962DB-BA9C-425A-B3C9-9D48D8984879}"/>
    <dgm:cxn modelId="{BEF68339-22A2-457D-883C-585325AB1961}" type="presOf" srcId="{47B48FC9-7FEB-4E2E-BB97-2E6DC261AA59}" destId="{B7F36703-8396-476B-A367-F531785C32B4}" srcOrd="1" destOrd="0" presId="urn:microsoft.com/office/officeart/2005/8/layout/process1"/>
    <dgm:cxn modelId="{D241903E-0383-442C-8A89-D02772112E01}" srcId="{5216F51E-C54D-498A-9C9A-64E6188961E2}" destId="{0BAFFEB8-84E9-4C46-BA15-13093A9ADF4F}" srcOrd="3" destOrd="0" parTransId="{E19762B8-01E0-4EE1-ABD4-D72F9C0AF5B6}" sibTransId="{28BC42F3-C073-413E-B240-8E299F42D966}"/>
    <dgm:cxn modelId="{5326AE40-ECB2-4A5D-B51B-48516622D261}" type="presOf" srcId="{7F232CA4-6641-4356-91D5-425CBF71E968}" destId="{F84BB62E-68D4-42AF-AC2E-C8F25B1EBE3D}" srcOrd="0" destOrd="0" presId="urn:microsoft.com/office/officeart/2005/8/layout/process1"/>
    <dgm:cxn modelId="{1B0DBB5D-FB06-47FA-A217-16707DA89383}" type="presOf" srcId="{A0204D57-FCF1-432E-AE23-1D47FD9260CB}" destId="{59012ADF-0F14-44EC-B3E3-0EB701FE76B6}" srcOrd="0" destOrd="0" presId="urn:microsoft.com/office/officeart/2005/8/layout/process1"/>
    <dgm:cxn modelId="{D19F975E-9F2D-4310-8D70-1C443414382B}" srcId="{5216F51E-C54D-498A-9C9A-64E6188961E2}" destId="{FEBA0AF1-BE13-48E5-855E-A92D9E8FD9E9}" srcOrd="1" destOrd="0" parTransId="{FBE3601E-8FDC-48C5-9E8D-864AD564EAD9}" sibTransId="{47B48FC9-7FEB-4E2E-BB97-2E6DC261AA59}"/>
    <dgm:cxn modelId="{18699E62-E2C9-49FE-8226-3680F1D14BC2}" type="presOf" srcId="{1FD7646D-7F8C-43A5-B720-8B1CFDFB82C8}" destId="{48813F4C-10FA-463F-84E0-01C46C24BE6C}" srcOrd="0" destOrd="0" presId="urn:microsoft.com/office/officeart/2005/8/layout/process1"/>
    <dgm:cxn modelId="{EB39B86B-58DE-4FB5-93F0-399301B3FAB7}" type="presOf" srcId="{E98AE61A-18A3-4B1F-B1E2-15A25BBC9F11}" destId="{E2C3E560-EC76-405A-8250-1951F947D24B}" srcOrd="0" destOrd="0" presId="urn:microsoft.com/office/officeart/2005/8/layout/process1"/>
    <dgm:cxn modelId="{D2819E4C-C682-4C1D-8EE0-7B37308D747A}" srcId="{5216F51E-C54D-498A-9C9A-64E6188961E2}" destId="{003A8E44-53B5-41AB-9C14-5C8247EE774D}" srcOrd="7" destOrd="0" parTransId="{9643A05A-9190-437D-A17E-CA0E7436A751}" sibTransId="{451AFFD8-F59F-4988-99B6-517C6236B639}"/>
    <dgm:cxn modelId="{F2EE0451-DB4D-4CA3-8372-C6584D7A7849}" type="presOf" srcId="{F46962DB-BA9C-425A-B3C9-9D48D8984879}" destId="{3A683A12-FDF1-4453-A735-FC181935A230}" srcOrd="0" destOrd="0" presId="urn:microsoft.com/office/officeart/2005/8/layout/process1"/>
    <dgm:cxn modelId="{6A052F76-7D5B-489B-9D16-66D440451639}" type="presOf" srcId="{1119BEB8-7E25-4597-BDED-39D24A71F77F}" destId="{C1E504A3-087D-467A-8F0C-5D47B86C39D1}" srcOrd="1" destOrd="0" presId="urn:microsoft.com/office/officeart/2005/8/layout/process1"/>
    <dgm:cxn modelId="{886B7D57-87C3-418D-8010-10402F31748B}" type="presOf" srcId="{451AFFD8-F59F-4988-99B6-517C6236B639}" destId="{DF5D7727-0B87-4ED0-8175-0DE7C39708BE}" srcOrd="1" destOrd="0" presId="urn:microsoft.com/office/officeart/2005/8/layout/process1"/>
    <dgm:cxn modelId="{15D19677-585E-469D-AD14-3059AA453215}" type="presOf" srcId="{5216F51E-C54D-498A-9C9A-64E6188961E2}" destId="{E550D3E7-0357-4A32-9783-E73678E7C3B3}" srcOrd="0" destOrd="0" presId="urn:microsoft.com/office/officeart/2005/8/layout/process1"/>
    <dgm:cxn modelId="{56B07D7E-9DAE-4C54-A8C0-014702AC52F4}" type="presOf" srcId="{541D7AEA-EA21-441B-9458-3D1D9947BD27}" destId="{913B80EC-4E3D-4AED-9F66-361F93ECE365}" srcOrd="0" destOrd="0" presId="urn:microsoft.com/office/officeart/2005/8/layout/process1"/>
    <dgm:cxn modelId="{B8E09D82-2488-4438-9388-39BA375B843B}" type="presOf" srcId="{451AFFD8-F59F-4988-99B6-517C6236B639}" destId="{9EA36099-93EA-42D0-9CEE-95299A71CADB}" srcOrd="0" destOrd="0" presId="urn:microsoft.com/office/officeart/2005/8/layout/process1"/>
    <dgm:cxn modelId="{60F34983-C9CE-47EF-A706-F1B6420C7418}" type="presOf" srcId="{FEBA0AF1-BE13-48E5-855E-A92D9E8FD9E9}" destId="{338D65F0-6760-4494-B693-D8EFA78377BC}" srcOrd="0" destOrd="0" presId="urn:microsoft.com/office/officeart/2005/8/layout/process1"/>
    <dgm:cxn modelId="{27C29983-118F-4B8F-814B-8883EF902072}" srcId="{5216F51E-C54D-498A-9C9A-64E6188961E2}" destId="{2A7EEE50-198A-44B6-BD8F-D6B03D21C46F}" srcOrd="8" destOrd="0" parTransId="{E405D2CC-C8AE-491D-96D4-F9E5818128E1}" sibTransId="{4F642637-249E-402E-9285-527EF6E75F60}"/>
    <dgm:cxn modelId="{235EC696-8B17-43C0-9C39-9A9B56E44438}" srcId="{5216F51E-C54D-498A-9C9A-64E6188961E2}" destId="{E98AE61A-18A3-4B1F-B1E2-15A25BBC9F11}" srcOrd="6" destOrd="0" parTransId="{CB0D1D86-CAD9-4EAD-95D3-9848617A63AB}" sibTransId="{67806447-D8D1-4971-B23C-2B3B10376791}"/>
    <dgm:cxn modelId="{2D2133A6-1A03-4FEE-8128-3663726C68DA}" type="presOf" srcId="{2A7EEE50-198A-44B6-BD8F-D6B03D21C46F}" destId="{C20D710B-E39F-4A7A-95E4-9688144FA87B}" srcOrd="0" destOrd="0" presId="urn:microsoft.com/office/officeart/2005/8/layout/process1"/>
    <dgm:cxn modelId="{199EE1A8-BE6C-4612-A424-907CA4BA17B5}" type="presOf" srcId="{0BAFFEB8-84E9-4C46-BA15-13093A9ADF4F}" destId="{55715C91-CCAF-47F4-B7F5-7CAFF98C20D2}" srcOrd="0" destOrd="0" presId="urn:microsoft.com/office/officeart/2005/8/layout/process1"/>
    <dgm:cxn modelId="{F14286A9-FF2D-4E27-84F3-84CF67664382}" type="presOf" srcId="{67806447-D8D1-4971-B23C-2B3B10376791}" destId="{5FE4D172-4F06-46FD-A9CD-833B198B8C01}" srcOrd="0" destOrd="0" presId="urn:microsoft.com/office/officeart/2005/8/layout/process1"/>
    <dgm:cxn modelId="{C854E4AA-FE95-4A25-AB4D-38931BB0760F}" srcId="{5216F51E-C54D-498A-9C9A-64E6188961E2}" destId="{4530F6AC-0335-4909-82B4-3AB963435158}" srcOrd="0" destOrd="0" parTransId="{C5375454-1556-42B7-93C7-E5B002EC3628}" sibTransId="{7F232CA4-6641-4356-91D5-425CBF71E968}"/>
    <dgm:cxn modelId="{A8F9BEAE-1807-4658-B69B-4EACE9FDFADE}" type="presOf" srcId="{1FD7646D-7F8C-43A5-B720-8B1CFDFB82C8}" destId="{3AE414AD-2ADF-4177-BD8D-FC356BFB3501}" srcOrd="1" destOrd="0" presId="urn:microsoft.com/office/officeart/2005/8/layout/process1"/>
    <dgm:cxn modelId="{56989EBB-17D4-4177-8076-307E06BB28C5}" type="presOf" srcId="{7F232CA4-6641-4356-91D5-425CBF71E968}" destId="{57959E7B-970C-471D-B191-BC8D33B89F1D}" srcOrd="1" destOrd="0" presId="urn:microsoft.com/office/officeart/2005/8/layout/process1"/>
    <dgm:cxn modelId="{4315A0D4-A8A1-4F3E-AB85-BBBA4343DA2C}" type="presOf" srcId="{1119BEB8-7E25-4597-BDED-39D24A71F77F}" destId="{3792794B-788C-429D-9714-82DDDC8766E1}" srcOrd="0" destOrd="0" presId="urn:microsoft.com/office/officeart/2005/8/layout/process1"/>
    <dgm:cxn modelId="{C73926D7-2FEE-48BB-8F65-84B1D685FEA8}" type="presOf" srcId="{67806447-D8D1-4971-B23C-2B3B10376791}" destId="{8BE175A1-7901-4A03-9890-2BBC3B6F64AB}" srcOrd="1" destOrd="0" presId="urn:microsoft.com/office/officeart/2005/8/layout/process1"/>
    <dgm:cxn modelId="{F523C1E1-B68C-49FF-99C6-05E9987D8FA1}" type="presOf" srcId="{28BC42F3-C073-413E-B240-8E299F42D966}" destId="{C0BB485B-DF71-4CEC-8808-0DAFC18D0A4A}" srcOrd="0" destOrd="0" presId="urn:microsoft.com/office/officeart/2005/8/layout/process1"/>
    <dgm:cxn modelId="{69727BE9-0973-4C3B-9FAC-42463C895F79}" type="presOf" srcId="{28BC42F3-C073-413E-B240-8E299F42D966}" destId="{0F205EBE-BE4D-47D5-BBAC-4A2EBAA3F40F}" srcOrd="1" destOrd="0" presId="urn:microsoft.com/office/officeart/2005/8/layout/process1"/>
    <dgm:cxn modelId="{DE489BF0-A71B-4A81-B715-B7867ED1B152}" type="presOf" srcId="{F46962DB-BA9C-425A-B3C9-9D48D8984879}" destId="{260A691C-A44E-46DA-8065-C556AB7EF3E9}" srcOrd="1" destOrd="0" presId="urn:microsoft.com/office/officeart/2005/8/layout/process1"/>
    <dgm:cxn modelId="{CE02EFF4-B141-4519-98A7-DD352841944A}" type="presOf" srcId="{47B48FC9-7FEB-4E2E-BB97-2E6DC261AA59}" destId="{02F0C79C-13BB-4E39-B4E6-2AD42B7A8774}" srcOrd="0" destOrd="0" presId="urn:microsoft.com/office/officeart/2005/8/layout/process1"/>
    <dgm:cxn modelId="{CB9235A4-8A43-4D81-A1B8-F5A8DDAB77C1}" type="presParOf" srcId="{E550D3E7-0357-4A32-9783-E73678E7C3B3}" destId="{E6412A93-852E-4224-AFAA-978E8F7C4082}" srcOrd="0" destOrd="0" presId="urn:microsoft.com/office/officeart/2005/8/layout/process1"/>
    <dgm:cxn modelId="{AA28F55A-A4E9-4649-A011-BA21D34AB482}" type="presParOf" srcId="{E550D3E7-0357-4A32-9783-E73678E7C3B3}" destId="{F84BB62E-68D4-42AF-AC2E-C8F25B1EBE3D}" srcOrd="1" destOrd="0" presId="urn:microsoft.com/office/officeart/2005/8/layout/process1"/>
    <dgm:cxn modelId="{2644298D-E7CE-4582-8EF5-A6B8309108E1}" type="presParOf" srcId="{F84BB62E-68D4-42AF-AC2E-C8F25B1EBE3D}" destId="{57959E7B-970C-471D-B191-BC8D33B89F1D}" srcOrd="0" destOrd="0" presId="urn:microsoft.com/office/officeart/2005/8/layout/process1"/>
    <dgm:cxn modelId="{090E14AD-8B8B-46C2-9E49-CEA05C8EC616}" type="presParOf" srcId="{E550D3E7-0357-4A32-9783-E73678E7C3B3}" destId="{338D65F0-6760-4494-B693-D8EFA78377BC}" srcOrd="2" destOrd="0" presId="urn:microsoft.com/office/officeart/2005/8/layout/process1"/>
    <dgm:cxn modelId="{204E2EEA-89F8-4192-807D-5B001193B388}" type="presParOf" srcId="{E550D3E7-0357-4A32-9783-E73678E7C3B3}" destId="{02F0C79C-13BB-4E39-B4E6-2AD42B7A8774}" srcOrd="3" destOrd="0" presId="urn:microsoft.com/office/officeart/2005/8/layout/process1"/>
    <dgm:cxn modelId="{735C50DE-52E4-4BFD-AA92-CA2B0192A598}" type="presParOf" srcId="{02F0C79C-13BB-4E39-B4E6-2AD42B7A8774}" destId="{B7F36703-8396-476B-A367-F531785C32B4}" srcOrd="0" destOrd="0" presId="urn:microsoft.com/office/officeart/2005/8/layout/process1"/>
    <dgm:cxn modelId="{B0416BF9-8161-43DF-BF2D-32B3413415F2}" type="presParOf" srcId="{E550D3E7-0357-4A32-9783-E73678E7C3B3}" destId="{913B80EC-4E3D-4AED-9F66-361F93ECE365}" srcOrd="4" destOrd="0" presId="urn:microsoft.com/office/officeart/2005/8/layout/process1"/>
    <dgm:cxn modelId="{BFEC3EBC-DC0F-4189-B5B2-E85EF0980ECF}" type="presParOf" srcId="{E550D3E7-0357-4A32-9783-E73678E7C3B3}" destId="{3792794B-788C-429D-9714-82DDDC8766E1}" srcOrd="5" destOrd="0" presId="urn:microsoft.com/office/officeart/2005/8/layout/process1"/>
    <dgm:cxn modelId="{8AB91AD3-2941-4343-A3C0-753EA0D59AC2}" type="presParOf" srcId="{3792794B-788C-429D-9714-82DDDC8766E1}" destId="{C1E504A3-087D-467A-8F0C-5D47B86C39D1}" srcOrd="0" destOrd="0" presId="urn:microsoft.com/office/officeart/2005/8/layout/process1"/>
    <dgm:cxn modelId="{7A7CD1E4-A27A-415A-987C-62DCD1247BB1}" type="presParOf" srcId="{E550D3E7-0357-4A32-9783-E73678E7C3B3}" destId="{55715C91-CCAF-47F4-B7F5-7CAFF98C20D2}" srcOrd="6" destOrd="0" presId="urn:microsoft.com/office/officeart/2005/8/layout/process1"/>
    <dgm:cxn modelId="{69F6CD2B-C4D3-4602-9DF8-CDAA4C9B27F9}" type="presParOf" srcId="{E550D3E7-0357-4A32-9783-E73678E7C3B3}" destId="{C0BB485B-DF71-4CEC-8808-0DAFC18D0A4A}" srcOrd="7" destOrd="0" presId="urn:microsoft.com/office/officeart/2005/8/layout/process1"/>
    <dgm:cxn modelId="{D2DEA44A-C394-4D16-B43A-4A95DE83C19A}" type="presParOf" srcId="{C0BB485B-DF71-4CEC-8808-0DAFC18D0A4A}" destId="{0F205EBE-BE4D-47D5-BBAC-4A2EBAA3F40F}" srcOrd="0" destOrd="0" presId="urn:microsoft.com/office/officeart/2005/8/layout/process1"/>
    <dgm:cxn modelId="{2425EF48-764C-4A51-B68F-A328C7196B7C}" type="presParOf" srcId="{E550D3E7-0357-4A32-9783-E73678E7C3B3}" destId="{59012ADF-0F14-44EC-B3E3-0EB701FE76B6}" srcOrd="8" destOrd="0" presId="urn:microsoft.com/office/officeart/2005/8/layout/process1"/>
    <dgm:cxn modelId="{168E4BB9-0A04-4FB1-8030-F01C5841E065}" type="presParOf" srcId="{E550D3E7-0357-4A32-9783-E73678E7C3B3}" destId="{3A683A12-FDF1-4453-A735-FC181935A230}" srcOrd="9" destOrd="0" presId="urn:microsoft.com/office/officeart/2005/8/layout/process1"/>
    <dgm:cxn modelId="{C9E1FFAA-8404-41B3-92B9-DB086905BE4E}" type="presParOf" srcId="{3A683A12-FDF1-4453-A735-FC181935A230}" destId="{260A691C-A44E-46DA-8065-C556AB7EF3E9}" srcOrd="0" destOrd="0" presId="urn:microsoft.com/office/officeart/2005/8/layout/process1"/>
    <dgm:cxn modelId="{67B5770E-0F6A-4911-A3AD-29C754EF6410}" type="presParOf" srcId="{E550D3E7-0357-4A32-9783-E73678E7C3B3}" destId="{908D01E1-F4E6-4EC9-96D4-4FAEDC6C44DC}" srcOrd="10" destOrd="0" presId="urn:microsoft.com/office/officeart/2005/8/layout/process1"/>
    <dgm:cxn modelId="{40480FFE-7A37-475E-BAF2-73321AE4699B}" type="presParOf" srcId="{E550D3E7-0357-4A32-9783-E73678E7C3B3}" destId="{48813F4C-10FA-463F-84E0-01C46C24BE6C}" srcOrd="11" destOrd="0" presId="urn:microsoft.com/office/officeart/2005/8/layout/process1"/>
    <dgm:cxn modelId="{E00F7291-27EE-4FCC-A224-492BD0AFC163}" type="presParOf" srcId="{48813F4C-10FA-463F-84E0-01C46C24BE6C}" destId="{3AE414AD-2ADF-4177-BD8D-FC356BFB3501}" srcOrd="0" destOrd="0" presId="urn:microsoft.com/office/officeart/2005/8/layout/process1"/>
    <dgm:cxn modelId="{9C7C3EBB-A4A3-4BC9-893E-886B99E2AA97}" type="presParOf" srcId="{E550D3E7-0357-4A32-9783-E73678E7C3B3}" destId="{E2C3E560-EC76-405A-8250-1951F947D24B}" srcOrd="12" destOrd="0" presId="urn:microsoft.com/office/officeart/2005/8/layout/process1"/>
    <dgm:cxn modelId="{4A553ED4-0C9E-4439-84D5-D0787B6BA125}" type="presParOf" srcId="{E550D3E7-0357-4A32-9783-E73678E7C3B3}" destId="{5FE4D172-4F06-46FD-A9CD-833B198B8C01}" srcOrd="13" destOrd="0" presId="urn:microsoft.com/office/officeart/2005/8/layout/process1"/>
    <dgm:cxn modelId="{12BF32FE-4D66-4365-8103-2E5824554AF3}" type="presParOf" srcId="{5FE4D172-4F06-46FD-A9CD-833B198B8C01}" destId="{8BE175A1-7901-4A03-9890-2BBC3B6F64AB}" srcOrd="0" destOrd="0" presId="urn:microsoft.com/office/officeart/2005/8/layout/process1"/>
    <dgm:cxn modelId="{F7E528AD-25EC-4B86-94AE-FB7F81AC22AB}" type="presParOf" srcId="{E550D3E7-0357-4A32-9783-E73678E7C3B3}" destId="{F72729C3-38DC-4CE6-84A8-1A4E9CC32B70}" srcOrd="14" destOrd="0" presId="urn:microsoft.com/office/officeart/2005/8/layout/process1"/>
    <dgm:cxn modelId="{236CD550-9F17-420B-A886-E10FCE5C5AB5}" type="presParOf" srcId="{E550D3E7-0357-4A32-9783-E73678E7C3B3}" destId="{9EA36099-93EA-42D0-9CEE-95299A71CADB}" srcOrd="15" destOrd="0" presId="urn:microsoft.com/office/officeart/2005/8/layout/process1"/>
    <dgm:cxn modelId="{87B0A5E2-839F-40DD-BF5E-B5F5EBEFA9CD}" type="presParOf" srcId="{9EA36099-93EA-42D0-9CEE-95299A71CADB}" destId="{DF5D7727-0B87-4ED0-8175-0DE7C39708BE}" srcOrd="0" destOrd="0" presId="urn:microsoft.com/office/officeart/2005/8/layout/process1"/>
    <dgm:cxn modelId="{A1A02872-CD4A-47A4-B32E-4399419C5AEA}" type="presParOf" srcId="{E550D3E7-0357-4A32-9783-E73678E7C3B3}" destId="{C20D710B-E39F-4A7A-95E4-9688144FA87B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F7B175-D6CB-4358-97BF-ABB8A55D7530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33DC5C-FBFE-4781-8F0B-30EA6F9A1598}">
      <dgm:prSet phldrT="[Text]"/>
      <dgm:spPr/>
      <dgm:t>
        <a:bodyPr/>
        <a:lstStyle/>
        <a:p>
          <a:r>
            <a:rPr lang="en-US" dirty="0"/>
            <a:t>Extract</a:t>
          </a:r>
        </a:p>
      </dgm:t>
    </dgm:pt>
    <dgm:pt modelId="{C1E40780-ACC2-466F-9B7C-B0D3E71F7036}" type="parTrans" cxnId="{6C3BAFE3-1D5A-44E8-B91E-27F4BD6B7F3D}">
      <dgm:prSet/>
      <dgm:spPr/>
      <dgm:t>
        <a:bodyPr/>
        <a:lstStyle/>
        <a:p>
          <a:endParaRPr lang="en-US"/>
        </a:p>
      </dgm:t>
    </dgm:pt>
    <dgm:pt modelId="{A5FA0323-1DCD-4C34-BA70-65E33D71B654}" type="sibTrans" cxnId="{6C3BAFE3-1D5A-44E8-B91E-27F4BD6B7F3D}">
      <dgm:prSet/>
      <dgm:spPr/>
      <dgm:t>
        <a:bodyPr/>
        <a:lstStyle/>
        <a:p>
          <a:endParaRPr lang="en-US"/>
        </a:p>
      </dgm:t>
    </dgm:pt>
    <dgm:pt modelId="{E643FA67-8149-48DA-8ADC-B88ED556022B}">
      <dgm:prSet phldrT="[Text]"/>
      <dgm:spPr/>
      <dgm:t>
        <a:bodyPr/>
        <a:lstStyle/>
        <a:p>
          <a:r>
            <a:rPr lang="en-US" dirty="0"/>
            <a:t>Import Data (XML)</a:t>
          </a:r>
        </a:p>
      </dgm:t>
    </dgm:pt>
    <dgm:pt modelId="{ADDDAD38-3268-442C-9D39-7FEDEA9CB0B3}" type="parTrans" cxnId="{DABC53BB-1610-4A38-B35D-031B40D11E57}">
      <dgm:prSet/>
      <dgm:spPr/>
      <dgm:t>
        <a:bodyPr/>
        <a:lstStyle/>
        <a:p>
          <a:endParaRPr lang="en-US"/>
        </a:p>
      </dgm:t>
    </dgm:pt>
    <dgm:pt modelId="{B0CF852A-B123-4944-BC66-1E0375E07B92}" type="sibTrans" cxnId="{DABC53BB-1610-4A38-B35D-031B40D11E57}">
      <dgm:prSet/>
      <dgm:spPr/>
      <dgm:t>
        <a:bodyPr/>
        <a:lstStyle/>
        <a:p>
          <a:endParaRPr lang="en-US"/>
        </a:p>
      </dgm:t>
    </dgm:pt>
    <dgm:pt modelId="{CA71850A-7707-40AB-BB48-F0A6334BE1A7}">
      <dgm:prSet phldrT="[Text]"/>
      <dgm:spPr/>
      <dgm:t>
        <a:bodyPr/>
        <a:lstStyle/>
        <a:p>
          <a:r>
            <a:rPr lang="en-US" dirty="0"/>
            <a:t>Stitch if split into single input</a:t>
          </a:r>
        </a:p>
      </dgm:t>
    </dgm:pt>
    <dgm:pt modelId="{6521E229-DFC1-4C93-8FE8-21CF24B56166}" type="parTrans" cxnId="{748B2DE6-6978-400B-9CDA-571A775B3D33}">
      <dgm:prSet/>
      <dgm:spPr/>
      <dgm:t>
        <a:bodyPr/>
        <a:lstStyle/>
        <a:p>
          <a:endParaRPr lang="en-US"/>
        </a:p>
      </dgm:t>
    </dgm:pt>
    <dgm:pt modelId="{631B505D-1FD3-4B83-8C3E-EC34512724A6}" type="sibTrans" cxnId="{748B2DE6-6978-400B-9CDA-571A775B3D33}">
      <dgm:prSet/>
      <dgm:spPr/>
      <dgm:t>
        <a:bodyPr/>
        <a:lstStyle/>
        <a:p>
          <a:endParaRPr lang="en-US"/>
        </a:p>
      </dgm:t>
    </dgm:pt>
    <dgm:pt modelId="{CCF0041B-5A40-4E86-B524-EC46BB109DE9}">
      <dgm:prSet phldrT="[Text]"/>
      <dgm:spPr/>
      <dgm:t>
        <a:bodyPr/>
        <a:lstStyle/>
        <a:p>
          <a:r>
            <a:rPr lang="en-US" dirty="0"/>
            <a:t>Transform</a:t>
          </a:r>
        </a:p>
      </dgm:t>
    </dgm:pt>
    <dgm:pt modelId="{86E3279D-B86D-408B-B88F-6B696655630B}" type="parTrans" cxnId="{8215BA63-7D3C-4385-89E2-0C2BB8B1418A}">
      <dgm:prSet/>
      <dgm:spPr/>
      <dgm:t>
        <a:bodyPr/>
        <a:lstStyle/>
        <a:p>
          <a:endParaRPr lang="en-US"/>
        </a:p>
      </dgm:t>
    </dgm:pt>
    <dgm:pt modelId="{A2AAD63B-32ED-4228-B1A9-901946113015}" type="sibTrans" cxnId="{8215BA63-7D3C-4385-89E2-0C2BB8B1418A}">
      <dgm:prSet/>
      <dgm:spPr/>
      <dgm:t>
        <a:bodyPr/>
        <a:lstStyle/>
        <a:p>
          <a:endParaRPr lang="en-US"/>
        </a:p>
      </dgm:t>
    </dgm:pt>
    <dgm:pt modelId="{00094FA9-D43F-4F4C-ACAD-F34CAAD06F27}">
      <dgm:prSet phldrT="[Text]"/>
      <dgm:spPr/>
      <dgm:t>
        <a:bodyPr/>
        <a:lstStyle/>
        <a:p>
          <a:r>
            <a:rPr lang="en-US" dirty="0"/>
            <a:t>Translate from Input format</a:t>
          </a:r>
        </a:p>
      </dgm:t>
    </dgm:pt>
    <dgm:pt modelId="{E6C2DE18-5C2A-4747-B7EE-88D5FBFC5C72}" type="parTrans" cxnId="{88DCFD6F-C4ED-4D81-9A50-35C72058AF7C}">
      <dgm:prSet/>
      <dgm:spPr/>
      <dgm:t>
        <a:bodyPr/>
        <a:lstStyle/>
        <a:p>
          <a:endParaRPr lang="en-US"/>
        </a:p>
      </dgm:t>
    </dgm:pt>
    <dgm:pt modelId="{55D36847-1873-453E-BFDC-D86373B5AFE9}" type="sibTrans" cxnId="{88DCFD6F-C4ED-4D81-9A50-35C72058AF7C}">
      <dgm:prSet/>
      <dgm:spPr/>
      <dgm:t>
        <a:bodyPr/>
        <a:lstStyle/>
        <a:p>
          <a:endParaRPr lang="en-US"/>
        </a:p>
      </dgm:t>
    </dgm:pt>
    <dgm:pt modelId="{C6E022FB-10F3-46BB-8986-760EF0D5D7EA}">
      <dgm:prSet phldrT="[Text]"/>
      <dgm:spPr/>
      <dgm:t>
        <a:bodyPr/>
        <a:lstStyle/>
        <a:p>
          <a:r>
            <a:rPr lang="en-US" dirty="0"/>
            <a:t>Create standardized object structure</a:t>
          </a:r>
        </a:p>
      </dgm:t>
    </dgm:pt>
    <dgm:pt modelId="{7A473405-2261-44C9-96A1-B0C736290396}" type="parTrans" cxnId="{4C1ECA86-19FD-42A9-9205-E5519E2540CA}">
      <dgm:prSet/>
      <dgm:spPr/>
      <dgm:t>
        <a:bodyPr/>
        <a:lstStyle/>
        <a:p>
          <a:endParaRPr lang="en-US"/>
        </a:p>
      </dgm:t>
    </dgm:pt>
    <dgm:pt modelId="{9E0809AE-5FD9-4809-B047-BD0DD13116D2}" type="sibTrans" cxnId="{4C1ECA86-19FD-42A9-9205-E5519E2540CA}">
      <dgm:prSet/>
      <dgm:spPr/>
      <dgm:t>
        <a:bodyPr/>
        <a:lstStyle/>
        <a:p>
          <a:endParaRPr lang="en-US"/>
        </a:p>
      </dgm:t>
    </dgm:pt>
    <dgm:pt modelId="{400B4FBA-F16D-44A5-A77F-B8DA1DAAAA48}">
      <dgm:prSet phldrT="[Text]"/>
      <dgm:spPr/>
      <dgm:t>
        <a:bodyPr/>
        <a:lstStyle/>
        <a:p>
          <a:r>
            <a:rPr lang="en-US" dirty="0"/>
            <a:t>Load</a:t>
          </a:r>
        </a:p>
      </dgm:t>
    </dgm:pt>
    <dgm:pt modelId="{5A8010A4-71DE-4105-8A87-ACC245B6181C}" type="parTrans" cxnId="{93796C3F-6B73-4CB4-A61B-475445FC3624}">
      <dgm:prSet/>
      <dgm:spPr/>
      <dgm:t>
        <a:bodyPr/>
        <a:lstStyle/>
        <a:p>
          <a:endParaRPr lang="en-US"/>
        </a:p>
      </dgm:t>
    </dgm:pt>
    <dgm:pt modelId="{E1F6D528-97AE-4FE4-A862-D9D464F6C655}" type="sibTrans" cxnId="{93796C3F-6B73-4CB4-A61B-475445FC3624}">
      <dgm:prSet/>
      <dgm:spPr/>
      <dgm:t>
        <a:bodyPr/>
        <a:lstStyle/>
        <a:p>
          <a:endParaRPr lang="en-US"/>
        </a:p>
      </dgm:t>
    </dgm:pt>
    <dgm:pt modelId="{400EA7B9-58B4-4B16-98FB-6B55A02B0F59}">
      <dgm:prSet phldrT="[Text]"/>
      <dgm:spPr/>
      <dgm:t>
        <a:bodyPr/>
        <a:lstStyle/>
        <a:p>
          <a:r>
            <a:rPr lang="en-US" dirty="0"/>
            <a:t>Do Analysis</a:t>
          </a:r>
        </a:p>
      </dgm:t>
    </dgm:pt>
    <dgm:pt modelId="{786F60C2-3497-442B-9139-6A4F71CF9162}" type="parTrans" cxnId="{B4C02DC1-F07D-427E-8ECB-40C406E4F355}">
      <dgm:prSet/>
      <dgm:spPr/>
      <dgm:t>
        <a:bodyPr/>
        <a:lstStyle/>
        <a:p>
          <a:endParaRPr lang="en-US"/>
        </a:p>
      </dgm:t>
    </dgm:pt>
    <dgm:pt modelId="{D9678E33-8D65-44B5-BB2B-FDC67E22C2F7}" type="sibTrans" cxnId="{B4C02DC1-F07D-427E-8ECB-40C406E4F355}">
      <dgm:prSet/>
      <dgm:spPr/>
      <dgm:t>
        <a:bodyPr/>
        <a:lstStyle/>
        <a:p>
          <a:endParaRPr lang="en-US"/>
        </a:p>
      </dgm:t>
    </dgm:pt>
    <dgm:pt modelId="{66A1130A-A3AA-4272-B639-C10E70D72048}">
      <dgm:prSet phldrT="[Text]"/>
      <dgm:spPr/>
      <dgm:t>
        <a:bodyPr/>
        <a:lstStyle/>
        <a:p>
          <a:r>
            <a:rPr lang="en-US" dirty="0"/>
            <a:t>Output Data Results</a:t>
          </a:r>
        </a:p>
      </dgm:t>
    </dgm:pt>
    <dgm:pt modelId="{062B88C6-6538-43C9-B143-152BDF5A77E8}" type="parTrans" cxnId="{8625A70B-0CFC-478E-A9B2-3FA3377DD299}">
      <dgm:prSet/>
      <dgm:spPr/>
      <dgm:t>
        <a:bodyPr/>
        <a:lstStyle/>
        <a:p>
          <a:endParaRPr lang="en-US"/>
        </a:p>
      </dgm:t>
    </dgm:pt>
    <dgm:pt modelId="{EF1A25AC-910B-45D4-BB1F-B1D03B8AB209}" type="sibTrans" cxnId="{8625A70B-0CFC-478E-A9B2-3FA3377DD299}">
      <dgm:prSet/>
      <dgm:spPr/>
      <dgm:t>
        <a:bodyPr/>
        <a:lstStyle/>
        <a:p>
          <a:endParaRPr lang="en-US"/>
        </a:p>
      </dgm:t>
    </dgm:pt>
    <dgm:pt modelId="{BE993B94-F54E-4EE2-B3B6-E8C5EA0CDA4F}" type="pres">
      <dgm:prSet presAssocID="{3CF7B175-D6CB-4358-97BF-ABB8A55D7530}" presName="linearFlow" presStyleCnt="0">
        <dgm:presLayoutVars>
          <dgm:dir/>
          <dgm:animLvl val="lvl"/>
          <dgm:resizeHandles val="exact"/>
        </dgm:presLayoutVars>
      </dgm:prSet>
      <dgm:spPr/>
    </dgm:pt>
    <dgm:pt modelId="{82F5E8DB-DB16-43DA-A198-489DB55B817F}" type="pres">
      <dgm:prSet presAssocID="{AB33DC5C-FBFE-4781-8F0B-30EA6F9A1598}" presName="composite" presStyleCnt="0"/>
      <dgm:spPr/>
    </dgm:pt>
    <dgm:pt modelId="{FEB21BB7-CBEB-4D00-AAD0-84EA1BF5FB74}" type="pres">
      <dgm:prSet presAssocID="{AB33DC5C-FBFE-4781-8F0B-30EA6F9A1598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FA15862-796D-482D-A98B-434C71A1BCC7}" type="pres">
      <dgm:prSet presAssocID="{AB33DC5C-FBFE-4781-8F0B-30EA6F9A1598}" presName="descendantText" presStyleLbl="alignAcc1" presStyleIdx="0" presStyleCnt="3">
        <dgm:presLayoutVars>
          <dgm:bulletEnabled val="1"/>
        </dgm:presLayoutVars>
      </dgm:prSet>
      <dgm:spPr/>
    </dgm:pt>
    <dgm:pt modelId="{6C98BDCC-1A20-4FDB-9F45-D2EB6718D09D}" type="pres">
      <dgm:prSet presAssocID="{A5FA0323-1DCD-4C34-BA70-65E33D71B654}" presName="sp" presStyleCnt="0"/>
      <dgm:spPr/>
    </dgm:pt>
    <dgm:pt modelId="{68FA357A-2961-4524-86FD-B9224333A960}" type="pres">
      <dgm:prSet presAssocID="{CCF0041B-5A40-4E86-B524-EC46BB109DE9}" presName="composite" presStyleCnt="0"/>
      <dgm:spPr/>
    </dgm:pt>
    <dgm:pt modelId="{21B4027B-229F-4FB5-8257-F2829F92A2BD}" type="pres">
      <dgm:prSet presAssocID="{CCF0041B-5A40-4E86-B524-EC46BB109DE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5DE6D99-0A54-4CAE-9001-FFA41BE6BACE}" type="pres">
      <dgm:prSet presAssocID="{CCF0041B-5A40-4E86-B524-EC46BB109DE9}" presName="descendantText" presStyleLbl="alignAcc1" presStyleIdx="1" presStyleCnt="3">
        <dgm:presLayoutVars>
          <dgm:bulletEnabled val="1"/>
        </dgm:presLayoutVars>
      </dgm:prSet>
      <dgm:spPr/>
    </dgm:pt>
    <dgm:pt modelId="{ADBE8414-0238-476F-A11D-87A3AC7DCE5E}" type="pres">
      <dgm:prSet presAssocID="{A2AAD63B-32ED-4228-B1A9-901946113015}" presName="sp" presStyleCnt="0"/>
      <dgm:spPr/>
    </dgm:pt>
    <dgm:pt modelId="{C402FE34-0957-438E-8F5B-65B10A5CA0A5}" type="pres">
      <dgm:prSet presAssocID="{400B4FBA-F16D-44A5-A77F-B8DA1DAAAA48}" presName="composite" presStyleCnt="0"/>
      <dgm:spPr/>
    </dgm:pt>
    <dgm:pt modelId="{236B3E2F-AA30-4265-8EF7-999EAF15CEFC}" type="pres">
      <dgm:prSet presAssocID="{400B4FBA-F16D-44A5-A77F-B8DA1DAAAA48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7CC0BBD-2CAB-4A31-837E-1FDB0A911D90}" type="pres">
      <dgm:prSet presAssocID="{400B4FBA-F16D-44A5-A77F-B8DA1DAAAA48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ECA4A001-603F-4DCD-955E-2CF0F063EC9F}" type="presOf" srcId="{C6E022FB-10F3-46BB-8986-760EF0D5D7EA}" destId="{55DE6D99-0A54-4CAE-9001-FFA41BE6BACE}" srcOrd="0" destOrd="1" presId="urn:microsoft.com/office/officeart/2005/8/layout/chevron2"/>
    <dgm:cxn modelId="{F0625109-69FE-4874-9D95-5C415719FB60}" type="presOf" srcId="{CA71850A-7707-40AB-BB48-F0A6334BE1A7}" destId="{BFA15862-796D-482D-A98B-434C71A1BCC7}" srcOrd="0" destOrd="1" presId="urn:microsoft.com/office/officeart/2005/8/layout/chevron2"/>
    <dgm:cxn modelId="{8625A70B-0CFC-478E-A9B2-3FA3377DD299}" srcId="{400B4FBA-F16D-44A5-A77F-B8DA1DAAAA48}" destId="{66A1130A-A3AA-4272-B639-C10E70D72048}" srcOrd="1" destOrd="0" parTransId="{062B88C6-6538-43C9-B143-152BDF5A77E8}" sibTransId="{EF1A25AC-910B-45D4-BB1F-B1D03B8AB209}"/>
    <dgm:cxn modelId="{93796C3F-6B73-4CB4-A61B-475445FC3624}" srcId="{3CF7B175-D6CB-4358-97BF-ABB8A55D7530}" destId="{400B4FBA-F16D-44A5-A77F-B8DA1DAAAA48}" srcOrd="2" destOrd="0" parTransId="{5A8010A4-71DE-4105-8A87-ACC245B6181C}" sibTransId="{E1F6D528-97AE-4FE4-A862-D9D464F6C655}"/>
    <dgm:cxn modelId="{8215BA63-7D3C-4385-89E2-0C2BB8B1418A}" srcId="{3CF7B175-D6CB-4358-97BF-ABB8A55D7530}" destId="{CCF0041B-5A40-4E86-B524-EC46BB109DE9}" srcOrd="1" destOrd="0" parTransId="{86E3279D-B86D-408B-B88F-6B696655630B}" sibTransId="{A2AAD63B-32ED-4228-B1A9-901946113015}"/>
    <dgm:cxn modelId="{88DCFD6F-C4ED-4D81-9A50-35C72058AF7C}" srcId="{CCF0041B-5A40-4E86-B524-EC46BB109DE9}" destId="{00094FA9-D43F-4F4C-ACAD-F34CAAD06F27}" srcOrd="0" destOrd="0" parTransId="{E6C2DE18-5C2A-4747-B7EE-88D5FBFC5C72}" sibTransId="{55D36847-1873-453E-BFDC-D86373B5AFE9}"/>
    <dgm:cxn modelId="{46F4DF58-3642-4266-BE3D-D76280AD5A86}" type="presOf" srcId="{66A1130A-A3AA-4272-B639-C10E70D72048}" destId="{37CC0BBD-2CAB-4A31-837E-1FDB0A911D90}" srcOrd="0" destOrd="1" presId="urn:microsoft.com/office/officeart/2005/8/layout/chevron2"/>
    <dgm:cxn modelId="{4CB24582-8C8C-4C8A-B3AE-F141A94C4219}" type="presOf" srcId="{00094FA9-D43F-4F4C-ACAD-F34CAAD06F27}" destId="{55DE6D99-0A54-4CAE-9001-FFA41BE6BACE}" srcOrd="0" destOrd="0" presId="urn:microsoft.com/office/officeart/2005/8/layout/chevron2"/>
    <dgm:cxn modelId="{CDF22985-ED47-409A-BFFA-946DB79581AD}" type="presOf" srcId="{AB33DC5C-FBFE-4781-8F0B-30EA6F9A1598}" destId="{FEB21BB7-CBEB-4D00-AAD0-84EA1BF5FB74}" srcOrd="0" destOrd="0" presId="urn:microsoft.com/office/officeart/2005/8/layout/chevron2"/>
    <dgm:cxn modelId="{4C1ECA86-19FD-42A9-9205-E5519E2540CA}" srcId="{CCF0041B-5A40-4E86-B524-EC46BB109DE9}" destId="{C6E022FB-10F3-46BB-8986-760EF0D5D7EA}" srcOrd="1" destOrd="0" parTransId="{7A473405-2261-44C9-96A1-B0C736290396}" sibTransId="{9E0809AE-5FD9-4809-B047-BD0DD13116D2}"/>
    <dgm:cxn modelId="{259CFE8B-DD7F-4EFF-A000-1A8BFEB62071}" type="presOf" srcId="{400B4FBA-F16D-44A5-A77F-B8DA1DAAAA48}" destId="{236B3E2F-AA30-4265-8EF7-999EAF15CEFC}" srcOrd="0" destOrd="0" presId="urn:microsoft.com/office/officeart/2005/8/layout/chevron2"/>
    <dgm:cxn modelId="{821C6F97-E1FA-42CD-97AE-67498CE57763}" type="presOf" srcId="{CCF0041B-5A40-4E86-B524-EC46BB109DE9}" destId="{21B4027B-229F-4FB5-8257-F2829F92A2BD}" srcOrd="0" destOrd="0" presId="urn:microsoft.com/office/officeart/2005/8/layout/chevron2"/>
    <dgm:cxn modelId="{2BF57BA4-6E63-4CCB-A175-F4331044DF93}" type="presOf" srcId="{E643FA67-8149-48DA-8ADC-B88ED556022B}" destId="{BFA15862-796D-482D-A98B-434C71A1BCC7}" srcOrd="0" destOrd="0" presId="urn:microsoft.com/office/officeart/2005/8/layout/chevron2"/>
    <dgm:cxn modelId="{DABC53BB-1610-4A38-B35D-031B40D11E57}" srcId="{AB33DC5C-FBFE-4781-8F0B-30EA6F9A1598}" destId="{E643FA67-8149-48DA-8ADC-B88ED556022B}" srcOrd="0" destOrd="0" parTransId="{ADDDAD38-3268-442C-9D39-7FEDEA9CB0B3}" sibTransId="{B0CF852A-B123-4944-BC66-1E0375E07B92}"/>
    <dgm:cxn modelId="{B4C02DC1-F07D-427E-8ECB-40C406E4F355}" srcId="{400B4FBA-F16D-44A5-A77F-B8DA1DAAAA48}" destId="{400EA7B9-58B4-4B16-98FB-6B55A02B0F59}" srcOrd="0" destOrd="0" parTransId="{786F60C2-3497-442B-9139-6A4F71CF9162}" sibTransId="{D9678E33-8D65-44B5-BB2B-FDC67E22C2F7}"/>
    <dgm:cxn modelId="{1C1911CC-00D7-4AF1-A41F-9DE0C067372C}" type="presOf" srcId="{3CF7B175-D6CB-4358-97BF-ABB8A55D7530}" destId="{BE993B94-F54E-4EE2-B3B6-E8C5EA0CDA4F}" srcOrd="0" destOrd="0" presId="urn:microsoft.com/office/officeart/2005/8/layout/chevron2"/>
    <dgm:cxn modelId="{B7891BD0-65F2-4EB0-9B3A-3E8C409AB0DC}" type="presOf" srcId="{400EA7B9-58B4-4B16-98FB-6B55A02B0F59}" destId="{37CC0BBD-2CAB-4A31-837E-1FDB0A911D90}" srcOrd="0" destOrd="0" presId="urn:microsoft.com/office/officeart/2005/8/layout/chevron2"/>
    <dgm:cxn modelId="{6C3BAFE3-1D5A-44E8-B91E-27F4BD6B7F3D}" srcId="{3CF7B175-D6CB-4358-97BF-ABB8A55D7530}" destId="{AB33DC5C-FBFE-4781-8F0B-30EA6F9A1598}" srcOrd="0" destOrd="0" parTransId="{C1E40780-ACC2-466F-9B7C-B0D3E71F7036}" sibTransId="{A5FA0323-1DCD-4C34-BA70-65E33D71B654}"/>
    <dgm:cxn modelId="{748B2DE6-6978-400B-9CDA-571A775B3D33}" srcId="{AB33DC5C-FBFE-4781-8F0B-30EA6F9A1598}" destId="{CA71850A-7707-40AB-BB48-F0A6334BE1A7}" srcOrd="1" destOrd="0" parTransId="{6521E229-DFC1-4C93-8FE8-21CF24B56166}" sibTransId="{631B505D-1FD3-4B83-8C3E-EC34512724A6}"/>
    <dgm:cxn modelId="{35A45D2E-3AA6-4943-BEA4-14AECA0E0EF4}" type="presParOf" srcId="{BE993B94-F54E-4EE2-B3B6-E8C5EA0CDA4F}" destId="{82F5E8DB-DB16-43DA-A198-489DB55B817F}" srcOrd="0" destOrd="0" presId="urn:microsoft.com/office/officeart/2005/8/layout/chevron2"/>
    <dgm:cxn modelId="{F35C1924-E2CD-4FD8-A3C3-99AAA53FF8CB}" type="presParOf" srcId="{82F5E8DB-DB16-43DA-A198-489DB55B817F}" destId="{FEB21BB7-CBEB-4D00-AAD0-84EA1BF5FB74}" srcOrd="0" destOrd="0" presId="urn:microsoft.com/office/officeart/2005/8/layout/chevron2"/>
    <dgm:cxn modelId="{3C82DEA5-AE4E-4A37-98F2-587B6EFA59E7}" type="presParOf" srcId="{82F5E8DB-DB16-43DA-A198-489DB55B817F}" destId="{BFA15862-796D-482D-A98B-434C71A1BCC7}" srcOrd="1" destOrd="0" presId="urn:microsoft.com/office/officeart/2005/8/layout/chevron2"/>
    <dgm:cxn modelId="{A17C971D-C036-40DD-B840-04BCAB303638}" type="presParOf" srcId="{BE993B94-F54E-4EE2-B3B6-E8C5EA0CDA4F}" destId="{6C98BDCC-1A20-4FDB-9F45-D2EB6718D09D}" srcOrd="1" destOrd="0" presId="urn:microsoft.com/office/officeart/2005/8/layout/chevron2"/>
    <dgm:cxn modelId="{79968ABE-D832-437A-A171-2C1AEE48AFBB}" type="presParOf" srcId="{BE993B94-F54E-4EE2-B3B6-E8C5EA0CDA4F}" destId="{68FA357A-2961-4524-86FD-B9224333A960}" srcOrd="2" destOrd="0" presId="urn:microsoft.com/office/officeart/2005/8/layout/chevron2"/>
    <dgm:cxn modelId="{D4122D71-7AC1-420E-8501-330B99F0A30E}" type="presParOf" srcId="{68FA357A-2961-4524-86FD-B9224333A960}" destId="{21B4027B-229F-4FB5-8257-F2829F92A2BD}" srcOrd="0" destOrd="0" presId="urn:microsoft.com/office/officeart/2005/8/layout/chevron2"/>
    <dgm:cxn modelId="{58C79F5E-B7D1-454A-A460-E656FDB1E83B}" type="presParOf" srcId="{68FA357A-2961-4524-86FD-B9224333A960}" destId="{55DE6D99-0A54-4CAE-9001-FFA41BE6BACE}" srcOrd="1" destOrd="0" presId="urn:microsoft.com/office/officeart/2005/8/layout/chevron2"/>
    <dgm:cxn modelId="{25237DD1-A58B-4F4A-AD75-0F74E1FE72D8}" type="presParOf" srcId="{BE993B94-F54E-4EE2-B3B6-E8C5EA0CDA4F}" destId="{ADBE8414-0238-476F-A11D-87A3AC7DCE5E}" srcOrd="3" destOrd="0" presId="urn:microsoft.com/office/officeart/2005/8/layout/chevron2"/>
    <dgm:cxn modelId="{50D286BD-F938-4E21-BB12-AB5035A0283C}" type="presParOf" srcId="{BE993B94-F54E-4EE2-B3B6-E8C5EA0CDA4F}" destId="{C402FE34-0957-438E-8F5B-65B10A5CA0A5}" srcOrd="4" destOrd="0" presId="urn:microsoft.com/office/officeart/2005/8/layout/chevron2"/>
    <dgm:cxn modelId="{86B15DE5-8040-441B-88D2-CED010D95DD7}" type="presParOf" srcId="{C402FE34-0957-438E-8F5B-65B10A5CA0A5}" destId="{236B3E2F-AA30-4265-8EF7-999EAF15CEFC}" srcOrd="0" destOrd="0" presId="urn:microsoft.com/office/officeart/2005/8/layout/chevron2"/>
    <dgm:cxn modelId="{516CFD73-CAE4-4986-9AA2-1658A9AA7BE0}" type="presParOf" srcId="{C402FE34-0957-438E-8F5B-65B10A5CA0A5}" destId="{37CC0BBD-2CAB-4A31-837E-1FDB0A911D9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12A93-852E-4224-AFAA-978E8F7C4082}">
      <dsp:nvSpPr>
        <dsp:cNvPr id="0" name=""/>
        <dsp:cNvSpPr/>
      </dsp:nvSpPr>
      <dsp:spPr>
        <a:xfrm>
          <a:off x="4316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Pollyanna</a:t>
          </a:r>
        </a:p>
      </dsp:txBody>
      <dsp:txXfrm>
        <a:off x="21865" y="605143"/>
        <a:ext cx="963538" cy="564084"/>
      </dsp:txXfrm>
    </dsp:sp>
    <dsp:sp modelId="{F84BB62E-68D4-42AF-AC2E-C8F25B1EBE3D}">
      <dsp:nvSpPr>
        <dsp:cNvPr id="0" name=""/>
        <dsp:cNvSpPr/>
      </dsp:nvSpPr>
      <dsp:spPr>
        <a:xfrm>
          <a:off x="1102816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02816" y="812886"/>
        <a:ext cx="148197" cy="148597"/>
      </dsp:txXfrm>
    </dsp:sp>
    <dsp:sp modelId="{338D65F0-6760-4494-B693-D8EFA78377BC}">
      <dsp:nvSpPr>
        <dsp:cNvPr id="0" name=""/>
        <dsp:cNvSpPr/>
      </dsp:nvSpPr>
      <dsp:spPr>
        <a:xfrm>
          <a:off x="1402407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1419956" y="605143"/>
        <a:ext cx="963538" cy="564084"/>
      </dsp:txXfrm>
    </dsp:sp>
    <dsp:sp modelId="{02F0C79C-13BB-4E39-B4E6-2AD42B7A8774}">
      <dsp:nvSpPr>
        <dsp:cNvPr id="0" name=""/>
        <dsp:cNvSpPr/>
      </dsp:nvSpPr>
      <dsp:spPr>
        <a:xfrm>
          <a:off x="2500907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500907" y="812886"/>
        <a:ext cx="148197" cy="148597"/>
      </dsp:txXfrm>
    </dsp:sp>
    <dsp:sp modelId="{913B80EC-4E3D-4AED-9F66-361F93ECE365}">
      <dsp:nvSpPr>
        <dsp:cNvPr id="0" name=""/>
        <dsp:cNvSpPr/>
      </dsp:nvSpPr>
      <dsp:spPr>
        <a:xfrm>
          <a:off x="2800498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Pollyanna</a:t>
          </a:r>
        </a:p>
      </dsp:txBody>
      <dsp:txXfrm>
        <a:off x="2818047" y="605143"/>
        <a:ext cx="963538" cy="564084"/>
      </dsp:txXfrm>
    </dsp:sp>
    <dsp:sp modelId="{3792794B-788C-429D-9714-82DDDC8766E1}">
      <dsp:nvSpPr>
        <dsp:cNvPr id="0" name=""/>
        <dsp:cNvSpPr/>
      </dsp:nvSpPr>
      <dsp:spPr>
        <a:xfrm>
          <a:off x="3898999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98999" y="812886"/>
        <a:ext cx="148197" cy="148597"/>
      </dsp:txXfrm>
    </dsp:sp>
    <dsp:sp modelId="{55715C91-CCAF-47F4-B7F5-7CAFF98C20D2}">
      <dsp:nvSpPr>
        <dsp:cNvPr id="0" name=""/>
        <dsp:cNvSpPr/>
      </dsp:nvSpPr>
      <dsp:spPr>
        <a:xfrm>
          <a:off x="4198590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4216139" y="605143"/>
        <a:ext cx="963538" cy="564084"/>
      </dsp:txXfrm>
    </dsp:sp>
    <dsp:sp modelId="{C0BB485B-DF71-4CEC-8808-0DAFC18D0A4A}">
      <dsp:nvSpPr>
        <dsp:cNvPr id="0" name=""/>
        <dsp:cNvSpPr/>
      </dsp:nvSpPr>
      <dsp:spPr>
        <a:xfrm>
          <a:off x="5297090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297090" y="812886"/>
        <a:ext cx="148197" cy="148597"/>
      </dsp:txXfrm>
    </dsp:sp>
    <dsp:sp modelId="{59012ADF-0F14-44EC-B3E3-0EB701FE76B6}">
      <dsp:nvSpPr>
        <dsp:cNvPr id="0" name=""/>
        <dsp:cNvSpPr/>
      </dsp:nvSpPr>
      <dsp:spPr>
        <a:xfrm>
          <a:off x="5596681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Pollyanna</a:t>
          </a:r>
        </a:p>
      </dsp:txBody>
      <dsp:txXfrm>
        <a:off x="5614230" y="605143"/>
        <a:ext cx="963538" cy="564084"/>
      </dsp:txXfrm>
    </dsp:sp>
    <dsp:sp modelId="{3A683A12-FDF1-4453-A735-FC181935A230}">
      <dsp:nvSpPr>
        <dsp:cNvPr id="0" name=""/>
        <dsp:cNvSpPr/>
      </dsp:nvSpPr>
      <dsp:spPr>
        <a:xfrm>
          <a:off x="6695182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95182" y="812886"/>
        <a:ext cx="148197" cy="148597"/>
      </dsp:txXfrm>
    </dsp:sp>
    <dsp:sp modelId="{908D01E1-F4E6-4EC9-96D4-4FAEDC6C44DC}">
      <dsp:nvSpPr>
        <dsp:cNvPr id="0" name=""/>
        <dsp:cNvSpPr/>
      </dsp:nvSpPr>
      <dsp:spPr>
        <a:xfrm>
          <a:off x="6994773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Zyrus</a:t>
          </a:r>
        </a:p>
      </dsp:txBody>
      <dsp:txXfrm>
        <a:off x="7012322" y="605143"/>
        <a:ext cx="963538" cy="564084"/>
      </dsp:txXfrm>
    </dsp:sp>
    <dsp:sp modelId="{48813F4C-10FA-463F-84E0-01C46C24BE6C}">
      <dsp:nvSpPr>
        <dsp:cNvPr id="0" name=""/>
        <dsp:cNvSpPr/>
      </dsp:nvSpPr>
      <dsp:spPr>
        <a:xfrm>
          <a:off x="8093273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093273" y="812886"/>
        <a:ext cx="148197" cy="148597"/>
      </dsp:txXfrm>
    </dsp:sp>
    <dsp:sp modelId="{E2C3E560-EC76-405A-8250-1951F947D24B}">
      <dsp:nvSpPr>
        <dsp:cNvPr id="0" name=""/>
        <dsp:cNvSpPr/>
      </dsp:nvSpPr>
      <dsp:spPr>
        <a:xfrm>
          <a:off x="8392864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Elliette</a:t>
          </a:r>
        </a:p>
      </dsp:txBody>
      <dsp:txXfrm>
        <a:off x="8410413" y="605143"/>
        <a:ext cx="963538" cy="564084"/>
      </dsp:txXfrm>
    </dsp:sp>
    <dsp:sp modelId="{5FE4D172-4F06-46FD-A9CD-833B198B8C01}">
      <dsp:nvSpPr>
        <dsp:cNvPr id="0" name=""/>
        <dsp:cNvSpPr/>
      </dsp:nvSpPr>
      <dsp:spPr>
        <a:xfrm>
          <a:off x="9491364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9491364" y="812886"/>
        <a:ext cx="148197" cy="148597"/>
      </dsp:txXfrm>
    </dsp:sp>
    <dsp:sp modelId="{F72729C3-38DC-4CE6-84A8-1A4E9CC32B70}">
      <dsp:nvSpPr>
        <dsp:cNvPr id="0" name=""/>
        <dsp:cNvSpPr/>
      </dsp:nvSpPr>
      <dsp:spPr>
        <a:xfrm>
          <a:off x="9790955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Zyrus</a:t>
          </a:r>
          <a:endParaRPr lang="en-US" sz="1500" kern="1200" dirty="0"/>
        </a:p>
      </dsp:txBody>
      <dsp:txXfrm>
        <a:off x="9808504" y="605143"/>
        <a:ext cx="963538" cy="564084"/>
      </dsp:txXfrm>
    </dsp:sp>
    <dsp:sp modelId="{9EA36099-93EA-42D0-9CEE-95299A71CADB}">
      <dsp:nvSpPr>
        <dsp:cNvPr id="0" name=""/>
        <dsp:cNvSpPr/>
      </dsp:nvSpPr>
      <dsp:spPr>
        <a:xfrm>
          <a:off x="10889456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889456" y="812886"/>
        <a:ext cx="148197" cy="148597"/>
      </dsp:txXfrm>
    </dsp:sp>
    <dsp:sp modelId="{C20D710B-E39F-4A7A-95E4-9688144FA87B}">
      <dsp:nvSpPr>
        <dsp:cNvPr id="0" name=""/>
        <dsp:cNvSpPr/>
      </dsp:nvSpPr>
      <dsp:spPr>
        <a:xfrm>
          <a:off x="11189047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Elliette</a:t>
          </a:r>
        </a:p>
      </dsp:txBody>
      <dsp:txXfrm>
        <a:off x="11206596" y="605143"/>
        <a:ext cx="963538" cy="5640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12A93-852E-4224-AFAA-978E8F7C4082}">
      <dsp:nvSpPr>
        <dsp:cNvPr id="0" name=""/>
        <dsp:cNvSpPr/>
      </dsp:nvSpPr>
      <dsp:spPr>
        <a:xfrm>
          <a:off x="4316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Pollyanna</a:t>
          </a:r>
        </a:p>
      </dsp:txBody>
      <dsp:txXfrm>
        <a:off x="21865" y="605143"/>
        <a:ext cx="963538" cy="564084"/>
      </dsp:txXfrm>
    </dsp:sp>
    <dsp:sp modelId="{F84BB62E-68D4-42AF-AC2E-C8F25B1EBE3D}">
      <dsp:nvSpPr>
        <dsp:cNvPr id="0" name=""/>
        <dsp:cNvSpPr/>
      </dsp:nvSpPr>
      <dsp:spPr>
        <a:xfrm>
          <a:off x="1102816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02816" y="812886"/>
        <a:ext cx="148197" cy="148597"/>
      </dsp:txXfrm>
    </dsp:sp>
    <dsp:sp modelId="{338D65F0-6760-4494-B693-D8EFA78377BC}">
      <dsp:nvSpPr>
        <dsp:cNvPr id="0" name=""/>
        <dsp:cNvSpPr/>
      </dsp:nvSpPr>
      <dsp:spPr>
        <a:xfrm>
          <a:off x="1402407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1419956" y="605143"/>
        <a:ext cx="963538" cy="564084"/>
      </dsp:txXfrm>
    </dsp:sp>
    <dsp:sp modelId="{02F0C79C-13BB-4E39-B4E6-2AD42B7A8774}">
      <dsp:nvSpPr>
        <dsp:cNvPr id="0" name=""/>
        <dsp:cNvSpPr/>
      </dsp:nvSpPr>
      <dsp:spPr>
        <a:xfrm>
          <a:off x="2500907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500907" y="812886"/>
        <a:ext cx="148197" cy="148597"/>
      </dsp:txXfrm>
    </dsp:sp>
    <dsp:sp modelId="{913B80EC-4E3D-4AED-9F66-361F93ECE365}">
      <dsp:nvSpPr>
        <dsp:cNvPr id="0" name=""/>
        <dsp:cNvSpPr/>
      </dsp:nvSpPr>
      <dsp:spPr>
        <a:xfrm>
          <a:off x="2800498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Pollyanna</a:t>
          </a:r>
        </a:p>
      </dsp:txBody>
      <dsp:txXfrm>
        <a:off x="2818047" y="605143"/>
        <a:ext cx="963538" cy="564084"/>
      </dsp:txXfrm>
    </dsp:sp>
    <dsp:sp modelId="{3792794B-788C-429D-9714-82DDDC8766E1}">
      <dsp:nvSpPr>
        <dsp:cNvPr id="0" name=""/>
        <dsp:cNvSpPr/>
      </dsp:nvSpPr>
      <dsp:spPr>
        <a:xfrm>
          <a:off x="3898999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98999" y="812886"/>
        <a:ext cx="148197" cy="148597"/>
      </dsp:txXfrm>
    </dsp:sp>
    <dsp:sp modelId="{55715C91-CCAF-47F4-B7F5-7CAFF98C20D2}">
      <dsp:nvSpPr>
        <dsp:cNvPr id="0" name=""/>
        <dsp:cNvSpPr/>
      </dsp:nvSpPr>
      <dsp:spPr>
        <a:xfrm>
          <a:off x="4198590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4216139" y="605143"/>
        <a:ext cx="963538" cy="564084"/>
      </dsp:txXfrm>
    </dsp:sp>
    <dsp:sp modelId="{C0BB485B-DF71-4CEC-8808-0DAFC18D0A4A}">
      <dsp:nvSpPr>
        <dsp:cNvPr id="0" name=""/>
        <dsp:cNvSpPr/>
      </dsp:nvSpPr>
      <dsp:spPr>
        <a:xfrm>
          <a:off x="5297090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297090" y="812886"/>
        <a:ext cx="148197" cy="148597"/>
      </dsp:txXfrm>
    </dsp:sp>
    <dsp:sp modelId="{59012ADF-0F14-44EC-B3E3-0EB701FE76B6}">
      <dsp:nvSpPr>
        <dsp:cNvPr id="0" name=""/>
        <dsp:cNvSpPr/>
      </dsp:nvSpPr>
      <dsp:spPr>
        <a:xfrm>
          <a:off x="5596681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5614230" y="605143"/>
        <a:ext cx="963538" cy="564084"/>
      </dsp:txXfrm>
    </dsp:sp>
    <dsp:sp modelId="{3A683A12-FDF1-4453-A735-FC181935A230}">
      <dsp:nvSpPr>
        <dsp:cNvPr id="0" name=""/>
        <dsp:cNvSpPr/>
      </dsp:nvSpPr>
      <dsp:spPr>
        <a:xfrm>
          <a:off x="6695182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95182" y="812886"/>
        <a:ext cx="148197" cy="148597"/>
      </dsp:txXfrm>
    </dsp:sp>
    <dsp:sp modelId="{908D01E1-F4E6-4EC9-96D4-4FAEDC6C44DC}">
      <dsp:nvSpPr>
        <dsp:cNvPr id="0" name=""/>
        <dsp:cNvSpPr/>
      </dsp:nvSpPr>
      <dsp:spPr>
        <a:xfrm>
          <a:off x="6994773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7012322" y="605143"/>
        <a:ext cx="963538" cy="564084"/>
      </dsp:txXfrm>
    </dsp:sp>
    <dsp:sp modelId="{48813F4C-10FA-463F-84E0-01C46C24BE6C}">
      <dsp:nvSpPr>
        <dsp:cNvPr id="0" name=""/>
        <dsp:cNvSpPr/>
      </dsp:nvSpPr>
      <dsp:spPr>
        <a:xfrm>
          <a:off x="8093273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093273" y="812886"/>
        <a:ext cx="148197" cy="148597"/>
      </dsp:txXfrm>
    </dsp:sp>
    <dsp:sp modelId="{E2C3E560-EC76-405A-8250-1951F947D24B}">
      <dsp:nvSpPr>
        <dsp:cNvPr id="0" name=""/>
        <dsp:cNvSpPr/>
      </dsp:nvSpPr>
      <dsp:spPr>
        <a:xfrm>
          <a:off x="8392864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8410413" y="605143"/>
        <a:ext cx="963538" cy="564084"/>
      </dsp:txXfrm>
    </dsp:sp>
    <dsp:sp modelId="{5FE4D172-4F06-46FD-A9CD-833B198B8C01}">
      <dsp:nvSpPr>
        <dsp:cNvPr id="0" name=""/>
        <dsp:cNvSpPr/>
      </dsp:nvSpPr>
      <dsp:spPr>
        <a:xfrm>
          <a:off x="9491364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9491364" y="812886"/>
        <a:ext cx="148197" cy="148597"/>
      </dsp:txXfrm>
    </dsp:sp>
    <dsp:sp modelId="{F72729C3-38DC-4CE6-84A8-1A4E9CC32B70}">
      <dsp:nvSpPr>
        <dsp:cNvPr id="0" name=""/>
        <dsp:cNvSpPr/>
      </dsp:nvSpPr>
      <dsp:spPr>
        <a:xfrm>
          <a:off x="9790955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Zyrus</a:t>
          </a:r>
          <a:endParaRPr lang="en-US" sz="1500" kern="1200" dirty="0"/>
        </a:p>
      </dsp:txBody>
      <dsp:txXfrm>
        <a:off x="9808504" y="605143"/>
        <a:ext cx="963538" cy="564084"/>
      </dsp:txXfrm>
    </dsp:sp>
    <dsp:sp modelId="{9EA36099-93EA-42D0-9CEE-95299A71CADB}">
      <dsp:nvSpPr>
        <dsp:cNvPr id="0" name=""/>
        <dsp:cNvSpPr/>
      </dsp:nvSpPr>
      <dsp:spPr>
        <a:xfrm>
          <a:off x="10889456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889456" y="812886"/>
        <a:ext cx="148197" cy="148597"/>
      </dsp:txXfrm>
    </dsp:sp>
    <dsp:sp modelId="{C20D710B-E39F-4A7A-95E4-9688144FA87B}">
      <dsp:nvSpPr>
        <dsp:cNvPr id="0" name=""/>
        <dsp:cNvSpPr/>
      </dsp:nvSpPr>
      <dsp:spPr>
        <a:xfrm>
          <a:off x="11189047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Elliette</a:t>
          </a:r>
        </a:p>
      </dsp:txBody>
      <dsp:txXfrm>
        <a:off x="11206596" y="605143"/>
        <a:ext cx="963538" cy="5640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12A93-852E-4224-AFAA-978E8F7C4082}">
      <dsp:nvSpPr>
        <dsp:cNvPr id="0" name=""/>
        <dsp:cNvSpPr/>
      </dsp:nvSpPr>
      <dsp:spPr>
        <a:xfrm>
          <a:off x="4316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Pollyanna</a:t>
          </a:r>
        </a:p>
      </dsp:txBody>
      <dsp:txXfrm>
        <a:off x="21865" y="605143"/>
        <a:ext cx="963538" cy="564084"/>
      </dsp:txXfrm>
    </dsp:sp>
    <dsp:sp modelId="{F84BB62E-68D4-42AF-AC2E-C8F25B1EBE3D}">
      <dsp:nvSpPr>
        <dsp:cNvPr id="0" name=""/>
        <dsp:cNvSpPr/>
      </dsp:nvSpPr>
      <dsp:spPr>
        <a:xfrm>
          <a:off x="1102816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02816" y="812886"/>
        <a:ext cx="148197" cy="148597"/>
      </dsp:txXfrm>
    </dsp:sp>
    <dsp:sp modelId="{338D65F0-6760-4494-B693-D8EFA78377BC}">
      <dsp:nvSpPr>
        <dsp:cNvPr id="0" name=""/>
        <dsp:cNvSpPr/>
      </dsp:nvSpPr>
      <dsp:spPr>
        <a:xfrm>
          <a:off x="1402407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1419956" y="605143"/>
        <a:ext cx="963538" cy="564084"/>
      </dsp:txXfrm>
    </dsp:sp>
    <dsp:sp modelId="{02F0C79C-13BB-4E39-B4E6-2AD42B7A8774}">
      <dsp:nvSpPr>
        <dsp:cNvPr id="0" name=""/>
        <dsp:cNvSpPr/>
      </dsp:nvSpPr>
      <dsp:spPr>
        <a:xfrm>
          <a:off x="2500907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500907" y="812886"/>
        <a:ext cx="148197" cy="148597"/>
      </dsp:txXfrm>
    </dsp:sp>
    <dsp:sp modelId="{913B80EC-4E3D-4AED-9F66-361F93ECE365}">
      <dsp:nvSpPr>
        <dsp:cNvPr id="0" name=""/>
        <dsp:cNvSpPr/>
      </dsp:nvSpPr>
      <dsp:spPr>
        <a:xfrm>
          <a:off x="2800498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Pollyanna</a:t>
          </a:r>
        </a:p>
      </dsp:txBody>
      <dsp:txXfrm>
        <a:off x="2818047" y="605143"/>
        <a:ext cx="963538" cy="564084"/>
      </dsp:txXfrm>
    </dsp:sp>
    <dsp:sp modelId="{3792794B-788C-429D-9714-82DDDC8766E1}">
      <dsp:nvSpPr>
        <dsp:cNvPr id="0" name=""/>
        <dsp:cNvSpPr/>
      </dsp:nvSpPr>
      <dsp:spPr>
        <a:xfrm>
          <a:off x="3898999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98999" y="812886"/>
        <a:ext cx="148197" cy="148597"/>
      </dsp:txXfrm>
    </dsp:sp>
    <dsp:sp modelId="{55715C91-CCAF-47F4-B7F5-7CAFF98C20D2}">
      <dsp:nvSpPr>
        <dsp:cNvPr id="0" name=""/>
        <dsp:cNvSpPr/>
      </dsp:nvSpPr>
      <dsp:spPr>
        <a:xfrm>
          <a:off x="4198590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accent4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4">
            <a:shade val="15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Emias</a:t>
          </a:r>
        </a:p>
      </dsp:txBody>
      <dsp:txXfrm>
        <a:off x="4216139" y="605143"/>
        <a:ext cx="963538" cy="564084"/>
      </dsp:txXfrm>
    </dsp:sp>
    <dsp:sp modelId="{C0BB485B-DF71-4CEC-8808-0DAFC18D0A4A}">
      <dsp:nvSpPr>
        <dsp:cNvPr id="0" name=""/>
        <dsp:cNvSpPr/>
      </dsp:nvSpPr>
      <dsp:spPr>
        <a:xfrm>
          <a:off x="5297090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297090" y="812886"/>
        <a:ext cx="148197" cy="148597"/>
      </dsp:txXfrm>
    </dsp:sp>
    <dsp:sp modelId="{59012ADF-0F14-44EC-B3E3-0EB701FE76B6}">
      <dsp:nvSpPr>
        <dsp:cNvPr id="0" name=""/>
        <dsp:cNvSpPr/>
      </dsp:nvSpPr>
      <dsp:spPr>
        <a:xfrm>
          <a:off x="5596681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Pollyanna</a:t>
          </a:r>
        </a:p>
      </dsp:txBody>
      <dsp:txXfrm>
        <a:off x="5614230" y="605143"/>
        <a:ext cx="963538" cy="564084"/>
      </dsp:txXfrm>
    </dsp:sp>
    <dsp:sp modelId="{3A683A12-FDF1-4453-A735-FC181935A230}">
      <dsp:nvSpPr>
        <dsp:cNvPr id="0" name=""/>
        <dsp:cNvSpPr/>
      </dsp:nvSpPr>
      <dsp:spPr>
        <a:xfrm>
          <a:off x="6695182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95182" y="812886"/>
        <a:ext cx="148197" cy="148597"/>
      </dsp:txXfrm>
    </dsp:sp>
    <dsp:sp modelId="{908D01E1-F4E6-4EC9-96D4-4FAEDC6C44DC}">
      <dsp:nvSpPr>
        <dsp:cNvPr id="0" name=""/>
        <dsp:cNvSpPr/>
      </dsp:nvSpPr>
      <dsp:spPr>
        <a:xfrm>
          <a:off x="6994773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Zyrus</a:t>
          </a:r>
        </a:p>
      </dsp:txBody>
      <dsp:txXfrm>
        <a:off x="7012322" y="605143"/>
        <a:ext cx="963538" cy="564084"/>
      </dsp:txXfrm>
    </dsp:sp>
    <dsp:sp modelId="{48813F4C-10FA-463F-84E0-01C46C24BE6C}">
      <dsp:nvSpPr>
        <dsp:cNvPr id="0" name=""/>
        <dsp:cNvSpPr/>
      </dsp:nvSpPr>
      <dsp:spPr>
        <a:xfrm>
          <a:off x="8093273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093273" y="812886"/>
        <a:ext cx="148197" cy="148597"/>
      </dsp:txXfrm>
    </dsp:sp>
    <dsp:sp modelId="{E2C3E560-EC76-405A-8250-1951F947D24B}">
      <dsp:nvSpPr>
        <dsp:cNvPr id="0" name=""/>
        <dsp:cNvSpPr/>
      </dsp:nvSpPr>
      <dsp:spPr>
        <a:xfrm>
          <a:off x="8392864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Elliette</a:t>
          </a:r>
        </a:p>
      </dsp:txBody>
      <dsp:txXfrm>
        <a:off x="8410413" y="605143"/>
        <a:ext cx="963538" cy="564084"/>
      </dsp:txXfrm>
    </dsp:sp>
    <dsp:sp modelId="{5FE4D172-4F06-46FD-A9CD-833B198B8C01}">
      <dsp:nvSpPr>
        <dsp:cNvPr id="0" name=""/>
        <dsp:cNvSpPr/>
      </dsp:nvSpPr>
      <dsp:spPr>
        <a:xfrm>
          <a:off x="9491364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9491364" y="812886"/>
        <a:ext cx="148197" cy="148597"/>
      </dsp:txXfrm>
    </dsp:sp>
    <dsp:sp modelId="{F72729C3-38DC-4CE6-84A8-1A4E9CC32B70}">
      <dsp:nvSpPr>
        <dsp:cNvPr id="0" name=""/>
        <dsp:cNvSpPr/>
      </dsp:nvSpPr>
      <dsp:spPr>
        <a:xfrm>
          <a:off x="9790955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accent3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Zyrus</a:t>
          </a:r>
          <a:endParaRPr lang="en-US" sz="1500" kern="1200" dirty="0"/>
        </a:p>
      </dsp:txBody>
      <dsp:txXfrm>
        <a:off x="9808504" y="605143"/>
        <a:ext cx="963538" cy="564084"/>
      </dsp:txXfrm>
    </dsp:sp>
    <dsp:sp modelId="{9EA36099-93EA-42D0-9CEE-95299A71CADB}">
      <dsp:nvSpPr>
        <dsp:cNvPr id="0" name=""/>
        <dsp:cNvSpPr/>
      </dsp:nvSpPr>
      <dsp:spPr>
        <a:xfrm>
          <a:off x="10889456" y="763354"/>
          <a:ext cx="211710" cy="247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889456" y="812886"/>
        <a:ext cx="148197" cy="148597"/>
      </dsp:txXfrm>
    </dsp:sp>
    <dsp:sp modelId="{C20D710B-E39F-4A7A-95E4-9688144FA87B}">
      <dsp:nvSpPr>
        <dsp:cNvPr id="0" name=""/>
        <dsp:cNvSpPr/>
      </dsp:nvSpPr>
      <dsp:spPr>
        <a:xfrm>
          <a:off x="11189047" y="587594"/>
          <a:ext cx="998636" cy="599182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accent6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Elliette</a:t>
          </a:r>
        </a:p>
      </dsp:txBody>
      <dsp:txXfrm>
        <a:off x="11206596" y="605143"/>
        <a:ext cx="963538" cy="5640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21BB7-CBEB-4D00-AAD0-84EA1BF5FB74}">
      <dsp:nvSpPr>
        <dsp:cNvPr id="0" name=""/>
        <dsp:cNvSpPr/>
      </dsp:nvSpPr>
      <dsp:spPr>
        <a:xfrm rot="5400000">
          <a:off x="-333760" y="336678"/>
          <a:ext cx="2225070" cy="15575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Extract</a:t>
          </a:r>
        </a:p>
      </dsp:txBody>
      <dsp:txXfrm rot="-5400000">
        <a:off x="1" y="781693"/>
        <a:ext cx="1557549" cy="667521"/>
      </dsp:txXfrm>
    </dsp:sp>
    <dsp:sp modelId="{BFA15862-796D-482D-A98B-434C71A1BCC7}">
      <dsp:nvSpPr>
        <dsp:cNvPr id="0" name=""/>
        <dsp:cNvSpPr/>
      </dsp:nvSpPr>
      <dsp:spPr>
        <a:xfrm rot="5400000">
          <a:off x="5536583" y="-3976116"/>
          <a:ext cx="1446295" cy="94043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6035" rIns="26035" bIns="2603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Import Data (XML)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Stitch if split into single input</a:t>
          </a:r>
        </a:p>
      </dsp:txBody>
      <dsp:txXfrm rot="-5400000">
        <a:off x="1557549" y="73520"/>
        <a:ext cx="9333762" cy="1305091"/>
      </dsp:txXfrm>
    </dsp:sp>
    <dsp:sp modelId="{21B4027B-229F-4FB5-8257-F2829F92A2BD}">
      <dsp:nvSpPr>
        <dsp:cNvPr id="0" name=""/>
        <dsp:cNvSpPr/>
      </dsp:nvSpPr>
      <dsp:spPr>
        <a:xfrm rot="5400000">
          <a:off x="-333760" y="2372639"/>
          <a:ext cx="2225070" cy="15575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Transform</a:t>
          </a:r>
        </a:p>
      </dsp:txBody>
      <dsp:txXfrm rot="-5400000">
        <a:off x="1" y="2817654"/>
        <a:ext cx="1557549" cy="667521"/>
      </dsp:txXfrm>
    </dsp:sp>
    <dsp:sp modelId="{55DE6D99-0A54-4CAE-9001-FFA41BE6BACE}">
      <dsp:nvSpPr>
        <dsp:cNvPr id="0" name=""/>
        <dsp:cNvSpPr/>
      </dsp:nvSpPr>
      <dsp:spPr>
        <a:xfrm rot="5400000">
          <a:off x="5536583" y="-1940155"/>
          <a:ext cx="1446295" cy="94043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6035" rIns="26035" bIns="2603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Translate from Input format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Create standardized object structure</a:t>
          </a:r>
        </a:p>
      </dsp:txBody>
      <dsp:txXfrm rot="-5400000">
        <a:off x="1557549" y="2109481"/>
        <a:ext cx="9333762" cy="1305091"/>
      </dsp:txXfrm>
    </dsp:sp>
    <dsp:sp modelId="{236B3E2F-AA30-4265-8EF7-999EAF15CEFC}">
      <dsp:nvSpPr>
        <dsp:cNvPr id="0" name=""/>
        <dsp:cNvSpPr/>
      </dsp:nvSpPr>
      <dsp:spPr>
        <a:xfrm rot="5400000">
          <a:off x="-333760" y="4408600"/>
          <a:ext cx="2225070" cy="15575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Load</a:t>
          </a:r>
        </a:p>
      </dsp:txBody>
      <dsp:txXfrm rot="-5400000">
        <a:off x="1" y="4853615"/>
        <a:ext cx="1557549" cy="667521"/>
      </dsp:txXfrm>
    </dsp:sp>
    <dsp:sp modelId="{37CC0BBD-2CAB-4A31-837E-1FDB0A911D90}">
      <dsp:nvSpPr>
        <dsp:cNvPr id="0" name=""/>
        <dsp:cNvSpPr/>
      </dsp:nvSpPr>
      <dsp:spPr>
        <a:xfrm rot="5400000">
          <a:off x="5536583" y="95805"/>
          <a:ext cx="1446295" cy="94043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26035" rIns="26035" bIns="26035" numCol="1" spcCol="1270" anchor="ctr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Do Analysis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 dirty="0"/>
            <a:t>Output Data Results</a:t>
          </a:r>
        </a:p>
      </dsp:txBody>
      <dsp:txXfrm rot="-5400000">
        <a:off x="1557549" y="4145441"/>
        <a:ext cx="9333762" cy="13050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69FA-2DBE-D1C9-860B-8F841297B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0B3FD-8F20-EB36-FEB3-38DAEF54E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20107-B8A0-5A34-201E-42FEFF85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0F201-3E4C-37DE-4042-B87E1E07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3E65D-4AD7-66E8-AED9-B37DEC18E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3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B663B-C633-F149-ABA5-AA84F143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E022-0A24-E9F7-ED8B-EA75ED1C1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3103D-1E56-F985-7CE7-2135E3DCA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748-A766-F1B7-81B1-32E10E67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56059-E0F4-EF15-F9B7-408F3361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2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8BA84-708B-E572-627B-732A3E76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EB153-780F-1B52-9EF3-F160A8527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2416-0FF7-9417-CCAC-6D62B2A7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9598B-502B-B5F0-80D7-35B7FA5E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39FE9-0B81-302C-3730-E5A94DD7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0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6D97-470D-EC2F-59AF-B9799426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E7955-F4CA-37B2-5A70-3A64A131C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9A3FC-7F90-D425-72DD-20629EA8C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965B5-8C9C-A3C2-30E9-EEFFFD20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CCAC6-967F-E503-7187-6F88F675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FBDD3-C00C-F841-0DB3-34BC3153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9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C31A-ACC1-8E77-9B62-96B1A20B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AF489-A952-3656-9BB8-88EFDBD4F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9393F-BF71-4B22-985D-728C04DA6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15B68-B874-942B-8707-73D7CAF47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0ED25-291C-FC22-7B45-E713F17B6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C2E48-3332-5506-05F4-FC1A53A2C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39188-472A-6026-C89F-E32B4A1E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1FA6D-A9B7-326A-F7A6-6C50CAC1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3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E7C3-BB74-F8B4-94E7-BFE82040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DAF91-50D5-B416-7573-1A1D7481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3AF99-AB51-2FD0-D76C-5BDB80E3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004F4-CB3F-EA5F-8138-8FCD3186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21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644246-66B5-E816-13C4-A79346EC5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8D628-02C3-6D91-2C6B-4ABB3DA6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44462-2746-965B-DCE2-5E975B47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6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C125-93C7-4D13-C520-DB7FB214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AD33E-604D-8EB6-53B4-C337B943B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9B092-1B84-A442-B945-FA0FA4A8C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98AEB-957A-D5CC-64F2-8FE32985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137F0-201D-D865-33B2-29DBC3EC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A2B95-935F-8572-0029-8E29095B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4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6A73-9383-2F51-6EA2-34B1D979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C2F589-2A3D-EF65-4D2B-5411505EC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5FF69-6404-2987-B2E5-3BDF26BFA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BE1AC-EC11-DFDC-11A7-BAE012FB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539CC-85A2-A8A2-FFD7-CA0608D16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7E317-DB32-AD59-1CFA-08362902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19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6BA3-9621-4A54-5825-C77593CC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92568-59C4-D803-0DAF-D01C7D497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E80E3-7D2D-75E7-7ED6-5987FA65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1CCF6-92E9-7A44-7941-9DA917F0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AF1A1-4D86-9888-1A46-F1EDE2AC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FFB81-0F65-7036-7F6D-9EB6D225B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9A700-FD16-D614-3807-FB2D7913B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B4528-21FF-8749-DF66-11952997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DD7E-BC1B-1E62-84DB-C06DB1D07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E6F80-5E40-9783-EA70-CB6DC229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9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E283D9-BC97-4E29-53D5-F34975BD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E67EF-495F-264E-65D9-0A62606A4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BB2A9-E41C-4605-50A2-94F647E60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ED515-E17D-496D-8FAB-4B44F7BA2B23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6265B-326A-C935-37E5-8AE9D4B67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AB137-5535-F386-0219-94BFCF949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5AF1A-A2B2-47EC-9F5B-42F810BCD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1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140F48C-7FA5-C092-6684-4C5BD7F182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5728351"/>
              </p:ext>
            </p:extLst>
          </p:nvPr>
        </p:nvGraphicFramePr>
        <p:xfrm>
          <a:off x="0" y="0"/>
          <a:ext cx="12192000" cy="1774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81717E04-096B-4A08-DD63-E8C0F6AA47CE}"/>
              </a:ext>
            </a:extLst>
          </p:cNvPr>
          <p:cNvSpPr/>
          <p:nvPr/>
        </p:nvSpPr>
        <p:spPr>
          <a:xfrm rot="5400000">
            <a:off x="3274748" y="-1769739"/>
            <a:ext cx="327731" cy="6577518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1339125-F09F-0DF2-7374-CC8AB6AF18B7}"/>
              </a:ext>
            </a:extLst>
          </p:cNvPr>
          <p:cNvSpPr/>
          <p:nvPr/>
        </p:nvSpPr>
        <p:spPr>
          <a:xfrm rot="5400000">
            <a:off x="9298830" y="-930727"/>
            <a:ext cx="441219" cy="4980560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76273-91D2-7A4B-EABC-51AA63A96CA8}"/>
              </a:ext>
            </a:extLst>
          </p:cNvPr>
          <p:cNvSpPr txBox="1"/>
          <p:nvPr/>
        </p:nvSpPr>
        <p:spPr>
          <a:xfrm flipH="1">
            <a:off x="442468" y="1683691"/>
            <a:ext cx="599585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Monopolized Conversation Group 1</a:t>
            </a:r>
            <a:endParaRPr lang="en-US"/>
          </a:p>
          <a:p>
            <a:pPr algn="ctr"/>
            <a:endParaRPr lang="en-US" dirty="0"/>
          </a:p>
          <a:p>
            <a:pPr algn="ctr"/>
            <a:r>
              <a:rPr lang="en-US" dirty="0"/>
              <a:t>Two Users (Pollyanna &amp; Emias) </a:t>
            </a:r>
          </a:p>
          <a:p>
            <a:pPr algn="ctr"/>
            <a:r>
              <a:rPr lang="en-US" dirty="0"/>
              <a:t>“back and forth” before new additional user replies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E7FFE-AAD5-4303-26E4-10DDFA4A5588}"/>
              </a:ext>
            </a:extLst>
          </p:cNvPr>
          <p:cNvSpPr txBox="1"/>
          <p:nvPr/>
        </p:nvSpPr>
        <p:spPr>
          <a:xfrm flipH="1">
            <a:off x="7485434" y="1780968"/>
            <a:ext cx="470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Monopolized Conversation Group 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D8635E-3BAF-6593-3750-E7BF7CDA1DE3}"/>
              </a:ext>
            </a:extLst>
          </p:cNvPr>
          <p:cNvCxnSpPr>
            <a:cxnSpLocks/>
          </p:cNvCxnSpPr>
          <p:nvPr/>
        </p:nvCxnSpPr>
        <p:spPr>
          <a:xfrm flipH="1" flipV="1">
            <a:off x="7363839" y="1330837"/>
            <a:ext cx="81063" cy="883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049B26-273B-2482-9C20-3C1936A5D07B}"/>
              </a:ext>
            </a:extLst>
          </p:cNvPr>
          <p:cNvSpPr txBox="1"/>
          <p:nvPr/>
        </p:nvSpPr>
        <p:spPr>
          <a:xfrm>
            <a:off x="6908724" y="2347490"/>
            <a:ext cx="11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User</a:t>
            </a:r>
          </a:p>
        </p:txBody>
      </p:sp>
    </p:spTree>
    <p:extLst>
      <p:ext uri="{BB962C8B-B14F-4D97-AF65-F5344CB8AC3E}">
        <p14:creationId xmlns:p14="http://schemas.microsoft.com/office/powerpoint/2010/main" val="320654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958A-04E8-4E6C-EA3E-97E5D3013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Brace 4">
            <a:extLst>
              <a:ext uri="{FF2B5EF4-FFF2-40B4-BE49-F238E27FC236}">
                <a16:creationId xmlns:a16="http://schemas.microsoft.com/office/drawing/2014/main" id="{EE40341D-4848-991D-E301-3B6F8A7BA0FD}"/>
              </a:ext>
            </a:extLst>
          </p:cNvPr>
          <p:cNvSpPr/>
          <p:nvPr/>
        </p:nvSpPr>
        <p:spPr>
          <a:xfrm rot="5400000">
            <a:off x="4425043" y="-2911927"/>
            <a:ext cx="870857" cy="9372597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E6E0384-297F-DA37-85F0-D7E212CE6A0A}"/>
              </a:ext>
            </a:extLst>
          </p:cNvPr>
          <p:cNvSpPr/>
          <p:nvPr/>
        </p:nvSpPr>
        <p:spPr>
          <a:xfrm rot="5400000">
            <a:off x="10534100" y="726076"/>
            <a:ext cx="870857" cy="2096593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4E124-09F8-7026-C20E-B4F4F6FDB2D1}"/>
              </a:ext>
            </a:extLst>
          </p:cNvPr>
          <p:cNvSpPr txBox="1"/>
          <p:nvPr/>
        </p:nvSpPr>
        <p:spPr>
          <a:xfrm flipH="1">
            <a:off x="3941715" y="2248165"/>
            <a:ext cx="2096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Monopolized Conversation</a:t>
            </a:r>
          </a:p>
          <a:p>
            <a:r>
              <a:rPr lang="en-US" dirty="0"/>
              <a:t>Group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D27E82-F856-DAAF-A117-0F2742CF88E7}"/>
              </a:ext>
            </a:extLst>
          </p:cNvPr>
          <p:cNvSpPr txBox="1"/>
          <p:nvPr/>
        </p:nvSpPr>
        <p:spPr>
          <a:xfrm flipH="1">
            <a:off x="10289176" y="2371131"/>
            <a:ext cx="2096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Monopolized Conversation</a:t>
            </a:r>
          </a:p>
          <a:p>
            <a:r>
              <a:rPr lang="en-US" dirty="0"/>
              <a:t>Group 2</a:t>
            </a:r>
          </a:p>
        </p:txBody>
      </p: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392B80F3-74E1-F9F9-D42E-8C54F2003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873098"/>
              </p:ext>
            </p:extLst>
          </p:nvPr>
        </p:nvGraphicFramePr>
        <p:xfrm>
          <a:off x="0" y="0"/>
          <a:ext cx="12192000" cy="1774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534D423-9FAF-ECD5-BD74-51D115B6A1B5}"/>
              </a:ext>
            </a:extLst>
          </p:cNvPr>
          <p:cNvSpPr txBox="1"/>
          <p:nvPr/>
        </p:nvSpPr>
        <p:spPr>
          <a:xfrm flipH="1">
            <a:off x="5365567" y="3113314"/>
            <a:ext cx="3243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  <a:br>
              <a:rPr lang="en-US" dirty="0"/>
            </a:br>
            <a:r>
              <a:rPr lang="en-US" dirty="0"/>
              <a:t>Did one user reply too many times without other user?</a:t>
            </a:r>
            <a:br>
              <a:rPr lang="en-US" dirty="0"/>
            </a:br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9127FE6-B8EE-FA4E-CFE9-AF08DDE63D96}"/>
              </a:ext>
            </a:extLst>
          </p:cNvPr>
          <p:cNvSpPr/>
          <p:nvPr/>
        </p:nvSpPr>
        <p:spPr>
          <a:xfrm rot="5400000">
            <a:off x="6438519" y="81265"/>
            <a:ext cx="1489926" cy="4312921"/>
          </a:xfrm>
          <a:prstGeom prst="rightBrace">
            <a:avLst>
              <a:gd name="adj1" fmla="val 8333"/>
              <a:gd name="adj2" fmla="val 52233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7312CD-CF49-C1F4-1AA3-F17A7059EAF9}"/>
              </a:ext>
            </a:extLst>
          </p:cNvPr>
          <p:cNvCxnSpPr>
            <a:cxnSpLocks/>
          </p:cNvCxnSpPr>
          <p:nvPr/>
        </p:nvCxnSpPr>
        <p:spPr>
          <a:xfrm>
            <a:off x="9404163" y="1215454"/>
            <a:ext cx="342894" cy="327330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B5C591-2440-43BF-815D-9EC3E5C63A44}"/>
              </a:ext>
            </a:extLst>
          </p:cNvPr>
          <p:cNvSpPr txBox="1"/>
          <p:nvPr/>
        </p:nvSpPr>
        <p:spPr>
          <a:xfrm flipH="1">
            <a:off x="8872937" y="4627371"/>
            <a:ext cx="2096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  <a:br>
              <a:rPr lang="en-US" dirty="0"/>
            </a:br>
            <a:r>
              <a:rPr lang="en-US" dirty="0"/>
              <a:t>Was last message too long?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548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BDD8-21CA-2AF0-C4BD-9C2E1CC32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Brace 4">
            <a:extLst>
              <a:ext uri="{FF2B5EF4-FFF2-40B4-BE49-F238E27FC236}">
                <a16:creationId xmlns:a16="http://schemas.microsoft.com/office/drawing/2014/main" id="{C5B5E447-7BDD-50AB-1C45-BA6677839816}"/>
              </a:ext>
            </a:extLst>
          </p:cNvPr>
          <p:cNvSpPr/>
          <p:nvPr/>
        </p:nvSpPr>
        <p:spPr>
          <a:xfrm rot="5400000">
            <a:off x="3015345" y="-1502228"/>
            <a:ext cx="870857" cy="6553199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2DC10CB-21E0-FB12-1208-09B48EDA2DF1}"/>
              </a:ext>
            </a:extLst>
          </p:cNvPr>
          <p:cNvSpPr/>
          <p:nvPr/>
        </p:nvSpPr>
        <p:spPr>
          <a:xfrm rot="5400000">
            <a:off x="9067799" y="-740226"/>
            <a:ext cx="870857" cy="5029197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9ACAE-1810-BC41-0C3E-F48BD3C20C99}"/>
              </a:ext>
            </a:extLst>
          </p:cNvPr>
          <p:cNvSpPr txBox="1"/>
          <p:nvPr/>
        </p:nvSpPr>
        <p:spPr>
          <a:xfrm flipH="1">
            <a:off x="2778033" y="2229616"/>
            <a:ext cx="2096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Monopolized Conversation</a:t>
            </a:r>
          </a:p>
          <a:p>
            <a:r>
              <a:rPr lang="en-US" dirty="0"/>
              <a:t>Group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39196-16C9-7BB0-7420-4C05545B0C65}"/>
              </a:ext>
            </a:extLst>
          </p:cNvPr>
          <p:cNvSpPr txBox="1"/>
          <p:nvPr/>
        </p:nvSpPr>
        <p:spPr>
          <a:xfrm flipH="1">
            <a:off x="8808719" y="2229616"/>
            <a:ext cx="2096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Monopolized Conversation</a:t>
            </a:r>
          </a:p>
          <a:p>
            <a:r>
              <a:rPr lang="en-US" dirty="0"/>
              <a:t>Group 2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EA40E046-2424-39F4-44E2-83D2992E1D62}"/>
              </a:ext>
            </a:extLst>
          </p:cNvPr>
          <p:cNvSpPr/>
          <p:nvPr/>
        </p:nvSpPr>
        <p:spPr>
          <a:xfrm rot="5400000">
            <a:off x="6380006" y="1883118"/>
            <a:ext cx="923330" cy="1068978"/>
          </a:xfrm>
          <a:prstGeom prst="rightBrace">
            <a:avLst>
              <a:gd name="adj1" fmla="val 8333"/>
              <a:gd name="adj2" fmla="val 5248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060B0C-5A87-3114-C6ED-4A89555015E2}"/>
              </a:ext>
            </a:extLst>
          </p:cNvPr>
          <p:cNvSpPr txBox="1"/>
          <p:nvPr/>
        </p:nvSpPr>
        <p:spPr>
          <a:xfrm flipH="1">
            <a:off x="5793376" y="2982686"/>
            <a:ext cx="2096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  <a:br>
              <a:rPr lang="en-US" dirty="0"/>
            </a:br>
            <a:r>
              <a:rPr lang="en-US" dirty="0"/>
              <a:t>Duration before next reply</a:t>
            </a:r>
            <a:br>
              <a:rPr lang="en-US" dirty="0"/>
            </a:b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F352E2-44A7-79AC-0050-AD5AB09AEF17}"/>
              </a:ext>
            </a:extLst>
          </p:cNvPr>
          <p:cNvCxnSpPr>
            <a:cxnSpLocks/>
          </p:cNvCxnSpPr>
          <p:nvPr/>
        </p:nvCxnSpPr>
        <p:spPr>
          <a:xfrm flipH="1">
            <a:off x="5301343" y="1084826"/>
            <a:ext cx="718457" cy="309818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6D373CC-D876-CD6D-76F5-3D1465090223}"/>
              </a:ext>
            </a:extLst>
          </p:cNvPr>
          <p:cNvSpPr txBox="1"/>
          <p:nvPr/>
        </p:nvSpPr>
        <p:spPr>
          <a:xfrm flipH="1">
            <a:off x="4367347" y="4220690"/>
            <a:ext cx="2096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  <a:br>
              <a:rPr lang="en-US" dirty="0"/>
            </a:br>
            <a:r>
              <a:rPr lang="en-US" dirty="0"/>
              <a:t>Was last message toxic?</a:t>
            </a:r>
            <a:br>
              <a:rPr lang="en-US" dirty="0"/>
            </a:b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0EC99F-B66F-6B78-D6B5-E1A56C806511}"/>
              </a:ext>
            </a:extLst>
          </p:cNvPr>
          <p:cNvCxnSpPr>
            <a:cxnSpLocks/>
          </p:cNvCxnSpPr>
          <p:nvPr/>
        </p:nvCxnSpPr>
        <p:spPr>
          <a:xfrm>
            <a:off x="6172201" y="1122501"/>
            <a:ext cx="1621970" cy="83344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89C7AC-E687-1089-84C1-36042A6023C3}"/>
              </a:ext>
            </a:extLst>
          </p:cNvPr>
          <p:cNvCxnSpPr>
            <a:cxnSpLocks/>
          </p:cNvCxnSpPr>
          <p:nvPr/>
        </p:nvCxnSpPr>
        <p:spPr>
          <a:xfrm>
            <a:off x="7587342" y="1084826"/>
            <a:ext cx="206829" cy="79295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83E90C9-C065-B72D-65B8-FC074BC76258}"/>
              </a:ext>
            </a:extLst>
          </p:cNvPr>
          <p:cNvCxnSpPr>
            <a:cxnSpLocks/>
          </p:cNvCxnSpPr>
          <p:nvPr/>
        </p:nvCxnSpPr>
        <p:spPr>
          <a:xfrm>
            <a:off x="7794171" y="1922729"/>
            <a:ext cx="794658" cy="187638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6A634A3-690E-3575-7705-B5BA682EF2E1}"/>
              </a:ext>
            </a:extLst>
          </p:cNvPr>
          <p:cNvSpPr txBox="1"/>
          <p:nvPr/>
        </p:nvSpPr>
        <p:spPr>
          <a:xfrm flipH="1">
            <a:off x="7690756" y="3861918"/>
            <a:ext cx="2096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  <a:br>
              <a:rPr lang="en-US" dirty="0"/>
            </a:br>
            <a:r>
              <a:rPr lang="en-US" dirty="0"/>
              <a:t>Any history of toxic communication?</a:t>
            </a:r>
            <a:br>
              <a:rPr lang="en-US" dirty="0"/>
            </a:br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744111-ED9E-9FCA-1B57-42ABCA96F6CA}"/>
              </a:ext>
            </a:extLst>
          </p:cNvPr>
          <p:cNvCxnSpPr>
            <a:cxnSpLocks/>
          </p:cNvCxnSpPr>
          <p:nvPr/>
        </p:nvCxnSpPr>
        <p:spPr>
          <a:xfrm>
            <a:off x="4733109" y="1084826"/>
            <a:ext cx="564969" cy="309818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8C9BA68-D6D3-E692-1E3C-B4FF5FB2F516}"/>
              </a:ext>
            </a:extLst>
          </p:cNvPr>
          <p:cNvCxnSpPr>
            <a:cxnSpLocks/>
          </p:cNvCxnSpPr>
          <p:nvPr/>
        </p:nvCxnSpPr>
        <p:spPr>
          <a:xfrm flipH="1">
            <a:off x="2862942" y="3212915"/>
            <a:ext cx="394061" cy="100275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3A48494-B108-2AEE-98F9-8524A43A0547}"/>
              </a:ext>
            </a:extLst>
          </p:cNvPr>
          <p:cNvSpPr txBox="1"/>
          <p:nvPr/>
        </p:nvSpPr>
        <p:spPr>
          <a:xfrm flipH="1">
            <a:off x="1715584" y="4323583"/>
            <a:ext cx="2096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  <a:br>
              <a:rPr lang="en-US" dirty="0"/>
            </a:br>
            <a:r>
              <a:rPr lang="en-US" dirty="0"/>
              <a:t>Was duration (time)  too long between two users?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903520AE-1FD4-1A22-BB97-B9CFEF62E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588345"/>
              </p:ext>
            </p:extLst>
          </p:nvPr>
        </p:nvGraphicFramePr>
        <p:xfrm>
          <a:off x="0" y="0"/>
          <a:ext cx="12192000" cy="1774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C9D5C4-1B6B-6C74-CC5C-4B072D0F3809}"/>
              </a:ext>
            </a:extLst>
          </p:cNvPr>
          <p:cNvCxnSpPr>
            <a:cxnSpLocks/>
          </p:cNvCxnSpPr>
          <p:nvPr/>
        </p:nvCxnSpPr>
        <p:spPr>
          <a:xfrm>
            <a:off x="3581400" y="3152946"/>
            <a:ext cx="919845" cy="22680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AC00980-DE19-BE04-BB58-2BC5076E2277}"/>
              </a:ext>
            </a:extLst>
          </p:cNvPr>
          <p:cNvSpPr txBox="1"/>
          <p:nvPr/>
        </p:nvSpPr>
        <p:spPr>
          <a:xfrm flipH="1">
            <a:off x="3581399" y="5519057"/>
            <a:ext cx="25908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</a:t>
            </a:r>
            <a:br>
              <a:rPr lang="en-US" dirty="0"/>
            </a:br>
            <a:r>
              <a:rPr lang="en-US" dirty="0"/>
              <a:t>Was duration (# of msg) too long between two users? </a:t>
            </a:r>
            <a:br>
              <a:rPr lang="en-US" dirty="0"/>
            </a:br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9887614-544C-B25A-FA1A-EC231DE01402}"/>
              </a:ext>
            </a:extLst>
          </p:cNvPr>
          <p:cNvSpPr/>
          <p:nvPr/>
        </p:nvSpPr>
        <p:spPr>
          <a:xfrm>
            <a:off x="3581399" y="5421019"/>
            <a:ext cx="2725783" cy="13607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2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5C77E0B-A888-ED07-A626-74C99B7C34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992388"/>
              </p:ext>
            </p:extLst>
          </p:nvPr>
        </p:nvGraphicFramePr>
        <p:xfrm>
          <a:off x="125070" y="3475"/>
          <a:ext cx="10961914" cy="6302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759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173</Words>
  <Application>Microsoft Office PowerPoint</Application>
  <PresentationFormat>Widescreen</PresentationFormat>
  <Paragraphs>57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Stechschulte</dc:creator>
  <cp:lastModifiedBy>Nathan Stechschulte</cp:lastModifiedBy>
  <cp:revision>10</cp:revision>
  <dcterms:created xsi:type="dcterms:W3CDTF">2025-05-02T01:00:16Z</dcterms:created>
  <dcterms:modified xsi:type="dcterms:W3CDTF">2025-05-08T03:52:56Z</dcterms:modified>
</cp:coreProperties>
</file>