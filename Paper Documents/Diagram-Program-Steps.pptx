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8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A3E8C6-3E38-42B1-B292-0FF0DD58CBC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6F8628-2CDC-4FB9-86B6-FF01E3FB6766}">
      <dgm:prSet phldrT="[Text]"/>
      <dgm:spPr/>
      <dgm:t>
        <a:bodyPr/>
        <a:lstStyle/>
        <a:p>
          <a:r>
            <a:rPr lang="en-US" dirty="0"/>
            <a:t>Prompt User – Load Dataset</a:t>
          </a:r>
        </a:p>
      </dgm:t>
    </dgm:pt>
    <dgm:pt modelId="{F103E99E-B2C0-4781-8DDA-C3A2B11C0594}" type="parTrans" cxnId="{DE8EFD76-BC86-470F-85A0-384EEAA0D868}">
      <dgm:prSet/>
      <dgm:spPr/>
      <dgm:t>
        <a:bodyPr/>
        <a:lstStyle/>
        <a:p>
          <a:endParaRPr lang="en-US"/>
        </a:p>
      </dgm:t>
    </dgm:pt>
    <dgm:pt modelId="{749B03A8-9DBF-40FF-8AED-5032B53A2F5B}" type="sibTrans" cxnId="{DE8EFD76-BC86-470F-85A0-384EEAA0D868}">
      <dgm:prSet/>
      <dgm:spPr/>
      <dgm:t>
        <a:bodyPr/>
        <a:lstStyle/>
        <a:p>
          <a:endParaRPr lang="en-US"/>
        </a:p>
      </dgm:t>
    </dgm:pt>
    <dgm:pt modelId="{61369649-D451-45FA-A171-8F0A921F6F71}">
      <dgm:prSet phldrT="[Text]"/>
      <dgm:spPr/>
      <dgm:t>
        <a:bodyPr/>
        <a:lstStyle/>
        <a:p>
          <a:r>
            <a:rPr lang="en-US" dirty="0"/>
            <a:t>Extract Monopolized Convo Objects</a:t>
          </a:r>
        </a:p>
      </dgm:t>
    </dgm:pt>
    <dgm:pt modelId="{6887A824-322C-4ECF-A10A-596D41FAF578}" type="parTrans" cxnId="{40F30AEC-BABF-47BF-B9BA-F4FA344AB034}">
      <dgm:prSet/>
      <dgm:spPr/>
      <dgm:t>
        <a:bodyPr/>
        <a:lstStyle/>
        <a:p>
          <a:endParaRPr lang="en-US"/>
        </a:p>
      </dgm:t>
    </dgm:pt>
    <dgm:pt modelId="{FA9BD476-5A52-4A24-AB7D-F0E9B84E2195}" type="sibTrans" cxnId="{40F30AEC-BABF-47BF-B9BA-F4FA344AB034}">
      <dgm:prSet/>
      <dgm:spPr/>
      <dgm:t>
        <a:bodyPr/>
        <a:lstStyle/>
        <a:p>
          <a:endParaRPr lang="en-US"/>
        </a:p>
      </dgm:t>
    </dgm:pt>
    <dgm:pt modelId="{A1227304-8E8E-4701-82F5-260CB375A78F}">
      <dgm:prSet phldrT="[Text]"/>
      <dgm:spPr/>
      <dgm:t>
        <a:bodyPr/>
        <a:lstStyle/>
        <a:p>
          <a:r>
            <a:rPr lang="en-US" dirty="0"/>
            <a:t>Perform Analysis</a:t>
          </a:r>
        </a:p>
      </dgm:t>
    </dgm:pt>
    <dgm:pt modelId="{848E05F8-0B93-4E3B-BF27-7CB4B13E27DA}" type="parTrans" cxnId="{BCF8AC2D-56FC-4C2B-AE35-665519FE7E92}">
      <dgm:prSet/>
      <dgm:spPr/>
      <dgm:t>
        <a:bodyPr/>
        <a:lstStyle/>
        <a:p>
          <a:endParaRPr lang="en-US"/>
        </a:p>
      </dgm:t>
    </dgm:pt>
    <dgm:pt modelId="{9BD91E4A-D1B6-4E5D-803B-C552DA8DA00F}" type="sibTrans" cxnId="{BCF8AC2D-56FC-4C2B-AE35-665519FE7E92}">
      <dgm:prSet/>
      <dgm:spPr/>
      <dgm:t>
        <a:bodyPr/>
        <a:lstStyle/>
        <a:p>
          <a:endParaRPr lang="en-US"/>
        </a:p>
      </dgm:t>
    </dgm:pt>
    <dgm:pt modelId="{E212503F-BD0E-4FA2-B43B-617D5A75CFB9}">
      <dgm:prSet phldrT="[Text]"/>
      <dgm:spPr/>
      <dgm:t>
        <a:bodyPr/>
        <a:lstStyle/>
        <a:p>
          <a:r>
            <a:rPr lang="en-US" dirty="0"/>
            <a:t>Transform Data to Standard Object Format</a:t>
          </a:r>
        </a:p>
      </dgm:t>
    </dgm:pt>
    <dgm:pt modelId="{5A3EE8DF-1A45-40EF-A6EE-24989B11B6A3}" type="parTrans" cxnId="{8CCF3512-0DA6-4A91-806E-3D6218F24F59}">
      <dgm:prSet/>
      <dgm:spPr/>
      <dgm:t>
        <a:bodyPr/>
        <a:lstStyle/>
        <a:p>
          <a:endParaRPr lang="en-US"/>
        </a:p>
      </dgm:t>
    </dgm:pt>
    <dgm:pt modelId="{A3C8CDF2-3BC5-40BC-A9A9-7FCDC2D385B8}" type="sibTrans" cxnId="{8CCF3512-0DA6-4A91-806E-3D6218F24F59}">
      <dgm:prSet/>
      <dgm:spPr/>
      <dgm:t>
        <a:bodyPr/>
        <a:lstStyle/>
        <a:p>
          <a:endParaRPr lang="en-US"/>
        </a:p>
      </dgm:t>
    </dgm:pt>
    <dgm:pt modelId="{3A54F05B-CCE7-43B2-B148-A47B392B03D8}">
      <dgm:prSet phldrT="[Text]"/>
      <dgm:spPr/>
      <dgm:t>
        <a:bodyPr/>
        <a:lstStyle/>
        <a:p>
          <a:r>
            <a:rPr lang="en-US" dirty="0"/>
            <a:t>Log Output to Files</a:t>
          </a:r>
        </a:p>
      </dgm:t>
    </dgm:pt>
    <dgm:pt modelId="{9BBDEC23-6203-4C29-A151-80EF99EC559F}" type="parTrans" cxnId="{E25CFB38-D3D9-421A-9AB9-0D782C4F118F}">
      <dgm:prSet/>
      <dgm:spPr/>
      <dgm:t>
        <a:bodyPr/>
        <a:lstStyle/>
        <a:p>
          <a:endParaRPr lang="en-US"/>
        </a:p>
      </dgm:t>
    </dgm:pt>
    <dgm:pt modelId="{9BBCF347-9A91-48DE-AD77-03546850D65A}" type="sibTrans" cxnId="{E25CFB38-D3D9-421A-9AB9-0D782C4F118F}">
      <dgm:prSet/>
      <dgm:spPr/>
      <dgm:t>
        <a:bodyPr/>
        <a:lstStyle/>
        <a:p>
          <a:endParaRPr lang="en-US"/>
        </a:p>
      </dgm:t>
    </dgm:pt>
    <dgm:pt modelId="{24E47823-B684-4C58-8C5C-376922AA67F6}" type="pres">
      <dgm:prSet presAssocID="{B5A3E8C6-3E38-42B1-B292-0FF0DD58CBC2}" presName="outerComposite" presStyleCnt="0">
        <dgm:presLayoutVars>
          <dgm:chMax val="5"/>
          <dgm:dir/>
          <dgm:resizeHandles val="exact"/>
        </dgm:presLayoutVars>
      </dgm:prSet>
      <dgm:spPr/>
    </dgm:pt>
    <dgm:pt modelId="{8EAEBE38-2C19-4656-B934-B02E88E07356}" type="pres">
      <dgm:prSet presAssocID="{B5A3E8C6-3E38-42B1-B292-0FF0DD58CBC2}" presName="dummyMaxCanvas" presStyleCnt="0">
        <dgm:presLayoutVars/>
      </dgm:prSet>
      <dgm:spPr/>
    </dgm:pt>
    <dgm:pt modelId="{7C7C2801-BA7B-4E30-8571-BF1FC9A4CB6F}" type="pres">
      <dgm:prSet presAssocID="{B5A3E8C6-3E38-42B1-B292-0FF0DD58CBC2}" presName="FiveNodes_1" presStyleLbl="node1" presStyleIdx="0" presStyleCnt="5">
        <dgm:presLayoutVars>
          <dgm:bulletEnabled val="1"/>
        </dgm:presLayoutVars>
      </dgm:prSet>
      <dgm:spPr/>
    </dgm:pt>
    <dgm:pt modelId="{EF996C77-97F0-4716-A269-94544B96E888}" type="pres">
      <dgm:prSet presAssocID="{B5A3E8C6-3E38-42B1-B292-0FF0DD58CBC2}" presName="FiveNodes_2" presStyleLbl="node1" presStyleIdx="1" presStyleCnt="5">
        <dgm:presLayoutVars>
          <dgm:bulletEnabled val="1"/>
        </dgm:presLayoutVars>
      </dgm:prSet>
      <dgm:spPr/>
    </dgm:pt>
    <dgm:pt modelId="{E12163D2-C952-47D3-A166-8C8F537AC512}" type="pres">
      <dgm:prSet presAssocID="{B5A3E8C6-3E38-42B1-B292-0FF0DD58CBC2}" presName="FiveNodes_3" presStyleLbl="node1" presStyleIdx="2" presStyleCnt="5">
        <dgm:presLayoutVars>
          <dgm:bulletEnabled val="1"/>
        </dgm:presLayoutVars>
      </dgm:prSet>
      <dgm:spPr/>
    </dgm:pt>
    <dgm:pt modelId="{F38C36A1-DEAE-4487-B9BB-DE0EFE96B30D}" type="pres">
      <dgm:prSet presAssocID="{B5A3E8C6-3E38-42B1-B292-0FF0DD58CBC2}" presName="FiveNodes_4" presStyleLbl="node1" presStyleIdx="3" presStyleCnt="5">
        <dgm:presLayoutVars>
          <dgm:bulletEnabled val="1"/>
        </dgm:presLayoutVars>
      </dgm:prSet>
      <dgm:spPr/>
    </dgm:pt>
    <dgm:pt modelId="{87A51063-FDB1-4C5B-A610-18583A74E582}" type="pres">
      <dgm:prSet presAssocID="{B5A3E8C6-3E38-42B1-B292-0FF0DD58CBC2}" presName="FiveNodes_5" presStyleLbl="node1" presStyleIdx="4" presStyleCnt="5">
        <dgm:presLayoutVars>
          <dgm:bulletEnabled val="1"/>
        </dgm:presLayoutVars>
      </dgm:prSet>
      <dgm:spPr/>
    </dgm:pt>
    <dgm:pt modelId="{EDEB8AED-A6C9-4E11-8E67-B05B452974C8}" type="pres">
      <dgm:prSet presAssocID="{B5A3E8C6-3E38-42B1-B292-0FF0DD58CBC2}" presName="FiveConn_1-2" presStyleLbl="fgAccFollowNode1" presStyleIdx="0" presStyleCnt="4">
        <dgm:presLayoutVars>
          <dgm:bulletEnabled val="1"/>
        </dgm:presLayoutVars>
      </dgm:prSet>
      <dgm:spPr/>
    </dgm:pt>
    <dgm:pt modelId="{BA2B4245-AD20-4CF8-B158-3EF977F3FA6A}" type="pres">
      <dgm:prSet presAssocID="{B5A3E8C6-3E38-42B1-B292-0FF0DD58CBC2}" presName="FiveConn_2-3" presStyleLbl="fgAccFollowNode1" presStyleIdx="1" presStyleCnt="4">
        <dgm:presLayoutVars>
          <dgm:bulletEnabled val="1"/>
        </dgm:presLayoutVars>
      </dgm:prSet>
      <dgm:spPr/>
    </dgm:pt>
    <dgm:pt modelId="{3227FA9C-3C82-4A9B-87C4-4E0207B38581}" type="pres">
      <dgm:prSet presAssocID="{B5A3E8C6-3E38-42B1-B292-0FF0DD58CBC2}" presName="FiveConn_3-4" presStyleLbl="fgAccFollowNode1" presStyleIdx="2" presStyleCnt="4">
        <dgm:presLayoutVars>
          <dgm:bulletEnabled val="1"/>
        </dgm:presLayoutVars>
      </dgm:prSet>
      <dgm:spPr/>
    </dgm:pt>
    <dgm:pt modelId="{3747629E-F6F7-4FE7-B361-5F20CF45839E}" type="pres">
      <dgm:prSet presAssocID="{B5A3E8C6-3E38-42B1-B292-0FF0DD58CBC2}" presName="FiveConn_4-5" presStyleLbl="fgAccFollowNode1" presStyleIdx="3" presStyleCnt="4">
        <dgm:presLayoutVars>
          <dgm:bulletEnabled val="1"/>
        </dgm:presLayoutVars>
      </dgm:prSet>
      <dgm:spPr/>
    </dgm:pt>
    <dgm:pt modelId="{3C7EE80D-541E-4508-AD35-D2435E4BAD29}" type="pres">
      <dgm:prSet presAssocID="{B5A3E8C6-3E38-42B1-B292-0FF0DD58CBC2}" presName="FiveNodes_1_text" presStyleLbl="node1" presStyleIdx="4" presStyleCnt="5">
        <dgm:presLayoutVars>
          <dgm:bulletEnabled val="1"/>
        </dgm:presLayoutVars>
      </dgm:prSet>
      <dgm:spPr/>
    </dgm:pt>
    <dgm:pt modelId="{676493BA-1F55-42F1-9D95-63CC8DA546BC}" type="pres">
      <dgm:prSet presAssocID="{B5A3E8C6-3E38-42B1-B292-0FF0DD58CBC2}" presName="FiveNodes_2_text" presStyleLbl="node1" presStyleIdx="4" presStyleCnt="5">
        <dgm:presLayoutVars>
          <dgm:bulletEnabled val="1"/>
        </dgm:presLayoutVars>
      </dgm:prSet>
      <dgm:spPr/>
    </dgm:pt>
    <dgm:pt modelId="{E932E810-EE33-498C-8E70-EEC1D2830081}" type="pres">
      <dgm:prSet presAssocID="{B5A3E8C6-3E38-42B1-B292-0FF0DD58CBC2}" presName="FiveNodes_3_text" presStyleLbl="node1" presStyleIdx="4" presStyleCnt="5">
        <dgm:presLayoutVars>
          <dgm:bulletEnabled val="1"/>
        </dgm:presLayoutVars>
      </dgm:prSet>
      <dgm:spPr/>
    </dgm:pt>
    <dgm:pt modelId="{6CA8AEE9-8DA1-46F6-955F-525A6E6A76A6}" type="pres">
      <dgm:prSet presAssocID="{B5A3E8C6-3E38-42B1-B292-0FF0DD58CBC2}" presName="FiveNodes_4_text" presStyleLbl="node1" presStyleIdx="4" presStyleCnt="5">
        <dgm:presLayoutVars>
          <dgm:bulletEnabled val="1"/>
        </dgm:presLayoutVars>
      </dgm:prSet>
      <dgm:spPr/>
    </dgm:pt>
    <dgm:pt modelId="{90928744-0920-4E35-8386-91E9FCDE42F2}" type="pres">
      <dgm:prSet presAssocID="{B5A3E8C6-3E38-42B1-B292-0FF0DD58CBC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CCF3512-0DA6-4A91-806E-3D6218F24F59}" srcId="{B5A3E8C6-3E38-42B1-B292-0FF0DD58CBC2}" destId="{E212503F-BD0E-4FA2-B43B-617D5A75CFB9}" srcOrd="1" destOrd="0" parTransId="{5A3EE8DF-1A45-40EF-A6EE-24989B11B6A3}" sibTransId="{A3C8CDF2-3BC5-40BC-A9A9-7FCDC2D385B8}"/>
    <dgm:cxn modelId="{B19A6418-4999-445E-A7D7-AA5B3B4428C0}" type="presOf" srcId="{A1227304-8E8E-4701-82F5-260CB375A78F}" destId="{6CA8AEE9-8DA1-46F6-955F-525A6E6A76A6}" srcOrd="1" destOrd="0" presId="urn:microsoft.com/office/officeart/2005/8/layout/vProcess5"/>
    <dgm:cxn modelId="{08DBD418-E5F8-4C82-812D-845E6467901A}" type="presOf" srcId="{E212503F-BD0E-4FA2-B43B-617D5A75CFB9}" destId="{EF996C77-97F0-4716-A269-94544B96E888}" srcOrd="0" destOrd="0" presId="urn:microsoft.com/office/officeart/2005/8/layout/vProcess5"/>
    <dgm:cxn modelId="{C774F61E-003A-4F2B-A1C1-5D6BF7D0EBB0}" type="presOf" srcId="{B5A3E8C6-3E38-42B1-B292-0FF0DD58CBC2}" destId="{24E47823-B684-4C58-8C5C-376922AA67F6}" srcOrd="0" destOrd="0" presId="urn:microsoft.com/office/officeart/2005/8/layout/vProcess5"/>
    <dgm:cxn modelId="{BCF8AC2D-56FC-4C2B-AE35-665519FE7E92}" srcId="{B5A3E8C6-3E38-42B1-B292-0FF0DD58CBC2}" destId="{A1227304-8E8E-4701-82F5-260CB375A78F}" srcOrd="3" destOrd="0" parTransId="{848E05F8-0B93-4E3B-BF27-7CB4B13E27DA}" sibTransId="{9BD91E4A-D1B6-4E5D-803B-C552DA8DA00F}"/>
    <dgm:cxn modelId="{E25CFB38-D3D9-421A-9AB9-0D782C4F118F}" srcId="{B5A3E8C6-3E38-42B1-B292-0FF0DD58CBC2}" destId="{3A54F05B-CCE7-43B2-B148-A47B392B03D8}" srcOrd="4" destOrd="0" parTransId="{9BBDEC23-6203-4C29-A151-80EF99EC559F}" sibTransId="{9BBCF347-9A91-48DE-AD77-03546850D65A}"/>
    <dgm:cxn modelId="{D274C251-7F53-462B-A049-E1FD0C46653E}" type="presOf" srcId="{BA6F8628-2CDC-4FB9-86B6-FF01E3FB6766}" destId="{3C7EE80D-541E-4508-AD35-D2435E4BAD29}" srcOrd="1" destOrd="0" presId="urn:microsoft.com/office/officeart/2005/8/layout/vProcess5"/>
    <dgm:cxn modelId="{3C10DE71-CC53-486C-A237-9AC10767DF58}" type="presOf" srcId="{A3C8CDF2-3BC5-40BC-A9A9-7FCDC2D385B8}" destId="{BA2B4245-AD20-4CF8-B158-3EF977F3FA6A}" srcOrd="0" destOrd="0" presId="urn:microsoft.com/office/officeart/2005/8/layout/vProcess5"/>
    <dgm:cxn modelId="{114DE354-9DF9-4C78-BC6C-D2ABB424F066}" type="presOf" srcId="{3A54F05B-CCE7-43B2-B148-A47B392B03D8}" destId="{90928744-0920-4E35-8386-91E9FCDE42F2}" srcOrd="1" destOrd="0" presId="urn:microsoft.com/office/officeart/2005/8/layout/vProcess5"/>
    <dgm:cxn modelId="{DE8EFD76-BC86-470F-85A0-384EEAA0D868}" srcId="{B5A3E8C6-3E38-42B1-B292-0FF0DD58CBC2}" destId="{BA6F8628-2CDC-4FB9-86B6-FF01E3FB6766}" srcOrd="0" destOrd="0" parTransId="{F103E99E-B2C0-4781-8DDA-C3A2B11C0594}" sibTransId="{749B03A8-9DBF-40FF-8AED-5032B53A2F5B}"/>
    <dgm:cxn modelId="{2779DB7A-8F1C-48F5-8E01-0570A55DABDC}" type="presOf" srcId="{749B03A8-9DBF-40FF-8AED-5032B53A2F5B}" destId="{EDEB8AED-A6C9-4E11-8E67-B05B452974C8}" srcOrd="0" destOrd="0" presId="urn:microsoft.com/office/officeart/2005/8/layout/vProcess5"/>
    <dgm:cxn modelId="{3DB55280-9F67-4490-A801-20BB623BCD47}" type="presOf" srcId="{61369649-D451-45FA-A171-8F0A921F6F71}" destId="{E12163D2-C952-47D3-A166-8C8F537AC512}" srcOrd="0" destOrd="0" presId="urn:microsoft.com/office/officeart/2005/8/layout/vProcess5"/>
    <dgm:cxn modelId="{F10DC7A9-BE9B-4087-BD97-2DF0CFB542A9}" type="presOf" srcId="{E212503F-BD0E-4FA2-B43B-617D5A75CFB9}" destId="{676493BA-1F55-42F1-9D95-63CC8DA546BC}" srcOrd="1" destOrd="0" presId="urn:microsoft.com/office/officeart/2005/8/layout/vProcess5"/>
    <dgm:cxn modelId="{840931AA-3778-4AAB-BE4D-1639F18A5C30}" type="presOf" srcId="{BA6F8628-2CDC-4FB9-86B6-FF01E3FB6766}" destId="{7C7C2801-BA7B-4E30-8571-BF1FC9A4CB6F}" srcOrd="0" destOrd="0" presId="urn:microsoft.com/office/officeart/2005/8/layout/vProcess5"/>
    <dgm:cxn modelId="{DA0FF3AF-1752-4BD2-B129-ACA0DB6FA646}" type="presOf" srcId="{3A54F05B-CCE7-43B2-B148-A47B392B03D8}" destId="{87A51063-FDB1-4C5B-A610-18583A74E582}" srcOrd="0" destOrd="0" presId="urn:microsoft.com/office/officeart/2005/8/layout/vProcess5"/>
    <dgm:cxn modelId="{04F959B4-1D37-4F12-BEDF-38FB17E0DD17}" type="presOf" srcId="{9BD91E4A-D1B6-4E5D-803B-C552DA8DA00F}" destId="{3747629E-F6F7-4FE7-B361-5F20CF45839E}" srcOrd="0" destOrd="0" presId="urn:microsoft.com/office/officeart/2005/8/layout/vProcess5"/>
    <dgm:cxn modelId="{687F7DB4-B2C5-4066-9674-796B59D29EBE}" type="presOf" srcId="{FA9BD476-5A52-4A24-AB7D-F0E9B84E2195}" destId="{3227FA9C-3C82-4A9B-87C4-4E0207B38581}" srcOrd="0" destOrd="0" presId="urn:microsoft.com/office/officeart/2005/8/layout/vProcess5"/>
    <dgm:cxn modelId="{755F28DF-CAA8-4F31-BFBD-61732CC8575A}" type="presOf" srcId="{A1227304-8E8E-4701-82F5-260CB375A78F}" destId="{F38C36A1-DEAE-4487-B9BB-DE0EFE96B30D}" srcOrd="0" destOrd="0" presId="urn:microsoft.com/office/officeart/2005/8/layout/vProcess5"/>
    <dgm:cxn modelId="{10D4EFE8-325D-43BB-BDA4-6FE35C50D17B}" type="presOf" srcId="{61369649-D451-45FA-A171-8F0A921F6F71}" destId="{E932E810-EE33-498C-8E70-EEC1D2830081}" srcOrd="1" destOrd="0" presId="urn:microsoft.com/office/officeart/2005/8/layout/vProcess5"/>
    <dgm:cxn modelId="{40F30AEC-BABF-47BF-B9BA-F4FA344AB034}" srcId="{B5A3E8C6-3E38-42B1-B292-0FF0DD58CBC2}" destId="{61369649-D451-45FA-A171-8F0A921F6F71}" srcOrd="2" destOrd="0" parTransId="{6887A824-322C-4ECF-A10A-596D41FAF578}" sibTransId="{FA9BD476-5A52-4A24-AB7D-F0E9B84E2195}"/>
    <dgm:cxn modelId="{E1A05ABF-8733-4F34-B0ED-1FE2A5788BAE}" type="presParOf" srcId="{24E47823-B684-4C58-8C5C-376922AA67F6}" destId="{8EAEBE38-2C19-4656-B934-B02E88E07356}" srcOrd="0" destOrd="0" presId="urn:microsoft.com/office/officeart/2005/8/layout/vProcess5"/>
    <dgm:cxn modelId="{6D19DECF-D2D3-4A8C-B730-51DBD563B710}" type="presParOf" srcId="{24E47823-B684-4C58-8C5C-376922AA67F6}" destId="{7C7C2801-BA7B-4E30-8571-BF1FC9A4CB6F}" srcOrd="1" destOrd="0" presId="urn:microsoft.com/office/officeart/2005/8/layout/vProcess5"/>
    <dgm:cxn modelId="{759FE035-9A9B-4D1E-A9DF-B7721404D8CF}" type="presParOf" srcId="{24E47823-B684-4C58-8C5C-376922AA67F6}" destId="{EF996C77-97F0-4716-A269-94544B96E888}" srcOrd="2" destOrd="0" presId="urn:microsoft.com/office/officeart/2005/8/layout/vProcess5"/>
    <dgm:cxn modelId="{EEC8509D-DB25-4766-8B34-00182FB241B3}" type="presParOf" srcId="{24E47823-B684-4C58-8C5C-376922AA67F6}" destId="{E12163D2-C952-47D3-A166-8C8F537AC512}" srcOrd="3" destOrd="0" presId="urn:microsoft.com/office/officeart/2005/8/layout/vProcess5"/>
    <dgm:cxn modelId="{8AA5BDB6-8C4D-4584-A635-66396EA6E117}" type="presParOf" srcId="{24E47823-B684-4C58-8C5C-376922AA67F6}" destId="{F38C36A1-DEAE-4487-B9BB-DE0EFE96B30D}" srcOrd="4" destOrd="0" presId="urn:microsoft.com/office/officeart/2005/8/layout/vProcess5"/>
    <dgm:cxn modelId="{94D86BE2-07BB-4773-B56F-47C788F1CE50}" type="presParOf" srcId="{24E47823-B684-4C58-8C5C-376922AA67F6}" destId="{87A51063-FDB1-4C5B-A610-18583A74E582}" srcOrd="5" destOrd="0" presId="urn:microsoft.com/office/officeart/2005/8/layout/vProcess5"/>
    <dgm:cxn modelId="{8E6AD1E0-C8CC-4145-9494-5CAA475C4707}" type="presParOf" srcId="{24E47823-B684-4C58-8C5C-376922AA67F6}" destId="{EDEB8AED-A6C9-4E11-8E67-B05B452974C8}" srcOrd="6" destOrd="0" presId="urn:microsoft.com/office/officeart/2005/8/layout/vProcess5"/>
    <dgm:cxn modelId="{5D625ECD-0C63-4B06-836B-EDA5DB4C99C3}" type="presParOf" srcId="{24E47823-B684-4C58-8C5C-376922AA67F6}" destId="{BA2B4245-AD20-4CF8-B158-3EF977F3FA6A}" srcOrd="7" destOrd="0" presId="urn:microsoft.com/office/officeart/2005/8/layout/vProcess5"/>
    <dgm:cxn modelId="{D906896D-FFC1-45CC-929D-480929002EEB}" type="presParOf" srcId="{24E47823-B684-4C58-8C5C-376922AA67F6}" destId="{3227FA9C-3C82-4A9B-87C4-4E0207B38581}" srcOrd="8" destOrd="0" presId="urn:microsoft.com/office/officeart/2005/8/layout/vProcess5"/>
    <dgm:cxn modelId="{E5FA9C57-7739-42AF-B590-C8435185A560}" type="presParOf" srcId="{24E47823-B684-4C58-8C5C-376922AA67F6}" destId="{3747629E-F6F7-4FE7-B361-5F20CF45839E}" srcOrd="9" destOrd="0" presId="urn:microsoft.com/office/officeart/2005/8/layout/vProcess5"/>
    <dgm:cxn modelId="{AC578EE6-003A-4FF9-BA84-DA80705A0175}" type="presParOf" srcId="{24E47823-B684-4C58-8C5C-376922AA67F6}" destId="{3C7EE80D-541E-4508-AD35-D2435E4BAD29}" srcOrd="10" destOrd="0" presId="urn:microsoft.com/office/officeart/2005/8/layout/vProcess5"/>
    <dgm:cxn modelId="{5286AB38-84DC-4F98-B9C7-8326BD29867C}" type="presParOf" srcId="{24E47823-B684-4C58-8C5C-376922AA67F6}" destId="{676493BA-1F55-42F1-9D95-63CC8DA546BC}" srcOrd="11" destOrd="0" presId="urn:microsoft.com/office/officeart/2005/8/layout/vProcess5"/>
    <dgm:cxn modelId="{846B60D2-3D09-4130-9D83-118E8EDA982A}" type="presParOf" srcId="{24E47823-B684-4C58-8C5C-376922AA67F6}" destId="{E932E810-EE33-498C-8E70-EEC1D2830081}" srcOrd="12" destOrd="0" presId="urn:microsoft.com/office/officeart/2005/8/layout/vProcess5"/>
    <dgm:cxn modelId="{299C3A2C-0B6B-43BC-9807-310BEE88FB6B}" type="presParOf" srcId="{24E47823-B684-4C58-8C5C-376922AA67F6}" destId="{6CA8AEE9-8DA1-46F6-955F-525A6E6A76A6}" srcOrd="13" destOrd="0" presId="urn:microsoft.com/office/officeart/2005/8/layout/vProcess5"/>
    <dgm:cxn modelId="{6D63C76F-9CF2-4A23-9B9A-09D51BE4F025}" type="presParOf" srcId="{24E47823-B684-4C58-8C5C-376922AA67F6}" destId="{90928744-0920-4E35-8386-91E9FCDE42F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C2801-BA7B-4E30-8571-BF1FC9A4CB6F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Prompt User – Load Dataset</a:t>
          </a:r>
        </a:p>
      </dsp:txBody>
      <dsp:txXfrm>
        <a:off x="22940" y="22940"/>
        <a:ext cx="7160195" cy="737360"/>
      </dsp:txXfrm>
    </dsp:sp>
    <dsp:sp modelId="{EF996C77-97F0-4716-A269-94544B96E888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Transform Data to Standard Object Format</a:t>
          </a:r>
        </a:p>
      </dsp:txBody>
      <dsp:txXfrm>
        <a:off x="627587" y="914964"/>
        <a:ext cx="6937378" cy="737360"/>
      </dsp:txXfrm>
    </dsp:sp>
    <dsp:sp modelId="{E12163D2-C952-47D3-A166-8C8F537AC512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Extract Monopolized Convo Objects</a:t>
          </a:r>
        </a:p>
      </dsp:txBody>
      <dsp:txXfrm>
        <a:off x="1232233" y="1806988"/>
        <a:ext cx="6937378" cy="737360"/>
      </dsp:txXfrm>
    </dsp:sp>
    <dsp:sp modelId="{F38C36A1-DEAE-4487-B9BB-DE0EFE96B30D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Perform Analysis</a:t>
          </a:r>
        </a:p>
      </dsp:txBody>
      <dsp:txXfrm>
        <a:off x="1836880" y="2699012"/>
        <a:ext cx="6937378" cy="737360"/>
      </dsp:txXfrm>
    </dsp:sp>
    <dsp:sp modelId="{87A51063-FDB1-4C5B-A610-18583A74E582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Log Output to Files</a:t>
          </a:r>
        </a:p>
      </dsp:txBody>
      <dsp:txXfrm>
        <a:off x="2441527" y="3591037"/>
        <a:ext cx="6937378" cy="737360"/>
      </dsp:txXfrm>
    </dsp:sp>
    <dsp:sp modelId="{EDEB8AED-A6C9-4E11-8E67-B05B452974C8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2454" y="572200"/>
        <a:ext cx="280008" cy="383102"/>
      </dsp:txXfrm>
    </dsp:sp>
    <dsp:sp modelId="{BA2B4245-AD20-4CF8-B158-3EF977F3FA6A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7101" y="1464225"/>
        <a:ext cx="280008" cy="383102"/>
      </dsp:txXfrm>
    </dsp:sp>
    <dsp:sp modelId="{3227FA9C-3C82-4A9B-87C4-4E0207B38581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11748" y="2343195"/>
        <a:ext cx="280008" cy="383102"/>
      </dsp:txXfrm>
    </dsp:sp>
    <dsp:sp modelId="{3747629E-F6F7-4FE7-B361-5F20CF45839E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6395" y="3243922"/>
        <a:ext cx="280008" cy="383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9B47-8A38-6C51-F21F-843264C7F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81BD7-3FBC-C0BF-A6C3-0644F58D1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ADC23-F00A-F251-7AA5-C901B77A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6AF05-C296-A841-42CA-DFD4128C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DCC4-74D5-54C4-7EF3-86B7ABD8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8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51FC-A062-9A87-0757-8866D289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2F952-0513-BB40-1764-37BC55D8E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84DD8-2A09-9D23-3ACD-F8D957FF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F8A6B-11C8-653C-02B0-644AC009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A20C9-D330-D18B-E544-D6ABE1BC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6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F9C1-27FD-5A2C-CC0A-EE5353D8B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A68C1-4B95-6ED0-7CF9-36062BACF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88F8-11BA-3842-1108-9F679CC4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8A21B-242D-36DE-F095-75EA4255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505B1-8B4A-E2D0-EC3B-ECEBFCC4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1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AE9D-6276-D5DA-E71F-26AB89F6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5F164-7DE9-2CA0-80B0-68A9D60C9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B9E98-2172-0C31-A9F0-08AFD2F38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45528-1872-EF81-6C85-3E12710D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FE117-8C3A-4573-F9A3-624288CFB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2EDA3-1E6E-6FEF-3541-B02EBA73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4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7C69-0C6F-782F-3611-59A8ACCB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D92A0-3513-905E-683D-623C713BF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7E5D5-7D45-0A38-C6CF-1F2504BD7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88D4E-4A5F-F85E-2A59-FEF56908B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F5257-6F25-090A-9D57-E2B6B0824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E8F98E-E3D7-25C4-B77D-944211F85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A92AD-FC48-977F-179E-C3CACB093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D918CE-6F25-45B5-9B0A-1E5A9577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4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2BA2-2987-BDBB-1EC0-610DE78D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7AF9BC-3135-ABA7-52FC-24CBB099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5F1DF5-0F95-2118-E0D2-99309923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04CB1-0D3E-6161-B9F7-B4ED2C04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79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ADC2E-A8E9-FEA1-965E-82B50109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C8108-3938-7891-C103-77A4B795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5B099-C09D-9B46-61D0-891129F6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4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C0ED-9C2B-7EFF-D7E6-901728DF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975F-7532-5840-8630-E836636A7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5A178-9E53-C5EA-0EDD-D349E9920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21360-4D7E-02EC-0FC6-615CE59E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FA761-725E-F7D9-EC3E-7237711E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1669F-1BAC-A9B8-9FCB-83BEC1A58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2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91A6-E03D-A583-C4BC-4661C7A8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8B820-F6E2-D952-3570-EE6F92611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01F7B-60F0-27F3-0CEA-989EF6DD3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D3380-40A4-D899-FA58-C63FDA21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A90F6-1952-4364-B374-A73CB8EF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80C31-31E4-BDBE-C612-6B98D219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2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ED0F-A5AC-2536-FADC-BFB4A70A7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952DF-0728-84B9-F5A5-78B643BC0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2E48D-744A-F03C-693A-B9B1307C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A016D-69DD-7C31-BA02-C0A5FBAD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BE95C-A876-3C91-265A-884F1FD6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9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803E9-0EDE-23D0-CD9D-47389D3E5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F2FFC-008B-F385-D5A0-1F021264E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1756D-CACC-8C4E-E92C-4E24517A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0A42C-7A39-EA25-1489-6D55DB93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2642F-95A6-C016-B881-6C4B18AD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9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5BD36-E073-45D8-C8DA-AF8ED678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2885C-451F-7DD9-8831-C8537D7F5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45484-F76D-27A8-B50B-616C97ACF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658E7-3593-4C65-A7E5-DD6DC8C8DAB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30C86-8D9B-7D35-AAF7-70593B9BC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C1313-A8FF-3A17-0FB9-BE8552C7B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79DF6-9801-4D13-8066-AA95F8E9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3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13D5A-BEAD-2B87-3764-DB376C5E8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7451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362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Stechschulte</dc:creator>
  <cp:lastModifiedBy>Nathan Stechschulte</cp:lastModifiedBy>
  <cp:revision>1</cp:revision>
  <dcterms:created xsi:type="dcterms:W3CDTF">2025-05-13T02:39:31Z</dcterms:created>
  <dcterms:modified xsi:type="dcterms:W3CDTF">2025-05-13T02:39:48Z</dcterms:modified>
</cp:coreProperties>
</file>